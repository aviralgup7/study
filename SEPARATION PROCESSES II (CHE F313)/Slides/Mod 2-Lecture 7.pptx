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2" r:id="rId1"/>
  </p:sldMasterIdLst>
  <p:notesMasterIdLst>
    <p:notesMasterId r:id="rId36"/>
  </p:notesMasterIdLst>
  <p:handoutMasterIdLst>
    <p:handoutMasterId r:id="rId37"/>
  </p:handoutMasterIdLst>
  <p:sldIdLst>
    <p:sldId id="417" r:id="rId2"/>
    <p:sldId id="402" r:id="rId3"/>
    <p:sldId id="484" r:id="rId4"/>
    <p:sldId id="461" r:id="rId5"/>
    <p:sldId id="462" r:id="rId6"/>
    <p:sldId id="463" r:id="rId7"/>
    <p:sldId id="481" r:id="rId8"/>
    <p:sldId id="483" r:id="rId9"/>
    <p:sldId id="256" r:id="rId10"/>
    <p:sldId id="257" r:id="rId11"/>
    <p:sldId id="258" r:id="rId12"/>
    <p:sldId id="259" r:id="rId13"/>
    <p:sldId id="466" r:id="rId14"/>
    <p:sldId id="464" r:id="rId15"/>
    <p:sldId id="467" r:id="rId16"/>
    <p:sldId id="469" r:id="rId17"/>
    <p:sldId id="465" r:id="rId18"/>
    <p:sldId id="480" r:id="rId19"/>
    <p:sldId id="485" r:id="rId20"/>
    <p:sldId id="486" r:id="rId21"/>
    <p:sldId id="487" r:id="rId22"/>
    <p:sldId id="488" r:id="rId23"/>
    <p:sldId id="260" r:id="rId24"/>
    <p:sldId id="261" r:id="rId25"/>
    <p:sldId id="473" r:id="rId26"/>
    <p:sldId id="472" r:id="rId27"/>
    <p:sldId id="475" r:id="rId28"/>
    <p:sldId id="471" r:id="rId29"/>
    <p:sldId id="476" r:id="rId30"/>
    <p:sldId id="477" r:id="rId31"/>
    <p:sldId id="470" r:id="rId32"/>
    <p:sldId id="489" r:id="rId33"/>
    <p:sldId id="468" r:id="rId34"/>
    <p:sldId id="300" r:id="rId35"/>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285507-99F4-4B7C-819B-74F48107C4F1}" v="37" dt="2022-10-02T17:14:58.7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90" autoAdjust="0"/>
    <p:restoredTop sz="96973"/>
  </p:normalViewPr>
  <p:slideViewPr>
    <p:cSldViewPr snapToGrid="0">
      <p:cViewPr varScale="1">
        <p:scale>
          <a:sx n="83" d="100"/>
          <a:sy n="83" d="100"/>
        </p:scale>
        <p:origin x="739"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mak Chatterjee" userId="e6d5a15b-8109-4a04-ba46-d7e9f6fc31a9" providerId="ADAL" clId="{75F0F62D-6172-4673-91EF-88C582845F4B}"/>
    <pc:docChg chg="addSld delSld modSld">
      <pc:chgData name="Somak Chatterjee" userId="e6d5a15b-8109-4a04-ba46-d7e9f6fc31a9" providerId="ADAL" clId="{75F0F62D-6172-4673-91EF-88C582845F4B}" dt="2022-09-28T05:30:12.833" v="4" actId="20577"/>
      <pc:docMkLst>
        <pc:docMk/>
      </pc:docMkLst>
      <pc:sldChg chg="del">
        <pc:chgData name="Somak Chatterjee" userId="e6d5a15b-8109-4a04-ba46-d7e9f6fc31a9" providerId="ADAL" clId="{75F0F62D-6172-4673-91EF-88C582845F4B}" dt="2022-09-21T11:04:53.562" v="0" actId="47"/>
        <pc:sldMkLst>
          <pc:docMk/>
          <pc:sldMk cId="3817445897" sldId="257"/>
        </pc:sldMkLst>
      </pc:sldChg>
      <pc:sldChg chg="modSp add mod">
        <pc:chgData name="Somak Chatterjee" userId="e6d5a15b-8109-4a04-ba46-d7e9f6fc31a9" providerId="ADAL" clId="{75F0F62D-6172-4673-91EF-88C582845F4B}" dt="2022-09-28T05:30:12.833" v="4" actId="20577"/>
        <pc:sldMkLst>
          <pc:docMk/>
          <pc:sldMk cId="1186835817" sldId="417"/>
        </pc:sldMkLst>
        <pc:spChg chg="mod">
          <ac:chgData name="Somak Chatterjee" userId="e6d5a15b-8109-4a04-ba46-d7e9f6fc31a9" providerId="ADAL" clId="{75F0F62D-6172-4673-91EF-88C582845F4B}" dt="2022-09-28T05:30:12.833" v="4" actId="20577"/>
          <ac:spMkLst>
            <pc:docMk/>
            <pc:sldMk cId="1186835817" sldId="417"/>
            <ac:spMk id="7" creationId="{00000000-0000-0000-0000-000000000000}"/>
          </ac:spMkLst>
        </pc:spChg>
      </pc:sldChg>
    </pc:docChg>
  </pc:docChgLst>
  <pc:docChgLst>
    <pc:chgData name="Somak Chatterjee" userId="e6d5a15b-8109-4a04-ba46-d7e9f6fc31a9" providerId="ADAL" clId="{95285507-99F4-4B7C-819B-74F48107C4F1}"/>
    <pc:docChg chg="undo redo custSel addSld delSld modSld">
      <pc:chgData name="Somak Chatterjee" userId="e6d5a15b-8109-4a04-ba46-d7e9f6fc31a9" providerId="ADAL" clId="{95285507-99F4-4B7C-819B-74F48107C4F1}" dt="2022-10-02T17:15:24.007" v="564" actId="14100"/>
      <pc:docMkLst>
        <pc:docMk/>
      </pc:docMkLst>
      <pc:sldChg chg="add">
        <pc:chgData name="Somak Chatterjee" userId="e6d5a15b-8109-4a04-ba46-d7e9f6fc31a9" providerId="ADAL" clId="{95285507-99F4-4B7C-819B-74F48107C4F1}" dt="2022-10-02T07:02:00.838" v="533"/>
        <pc:sldMkLst>
          <pc:docMk/>
          <pc:sldMk cId="0" sldId="256"/>
        </pc:sldMkLst>
      </pc:sldChg>
      <pc:sldChg chg="add">
        <pc:chgData name="Somak Chatterjee" userId="e6d5a15b-8109-4a04-ba46-d7e9f6fc31a9" providerId="ADAL" clId="{95285507-99F4-4B7C-819B-74F48107C4F1}" dt="2022-10-02T07:02:00.838" v="533"/>
        <pc:sldMkLst>
          <pc:docMk/>
          <pc:sldMk cId="0" sldId="257"/>
        </pc:sldMkLst>
      </pc:sldChg>
      <pc:sldChg chg="add">
        <pc:chgData name="Somak Chatterjee" userId="e6d5a15b-8109-4a04-ba46-d7e9f6fc31a9" providerId="ADAL" clId="{95285507-99F4-4B7C-819B-74F48107C4F1}" dt="2022-10-02T07:02:00.838" v="533"/>
        <pc:sldMkLst>
          <pc:docMk/>
          <pc:sldMk cId="0" sldId="258"/>
        </pc:sldMkLst>
      </pc:sldChg>
      <pc:sldChg chg="add">
        <pc:chgData name="Somak Chatterjee" userId="e6d5a15b-8109-4a04-ba46-d7e9f6fc31a9" providerId="ADAL" clId="{95285507-99F4-4B7C-819B-74F48107C4F1}" dt="2022-10-02T07:02:00.838" v="533"/>
        <pc:sldMkLst>
          <pc:docMk/>
          <pc:sldMk cId="0" sldId="259"/>
        </pc:sldMkLst>
      </pc:sldChg>
      <pc:sldChg chg="add">
        <pc:chgData name="Somak Chatterjee" userId="e6d5a15b-8109-4a04-ba46-d7e9f6fc31a9" providerId="ADAL" clId="{95285507-99F4-4B7C-819B-74F48107C4F1}" dt="2022-10-02T17:11:26.174" v="549"/>
        <pc:sldMkLst>
          <pc:docMk/>
          <pc:sldMk cId="0" sldId="260"/>
        </pc:sldMkLst>
      </pc:sldChg>
      <pc:sldChg chg="add">
        <pc:chgData name="Somak Chatterjee" userId="e6d5a15b-8109-4a04-ba46-d7e9f6fc31a9" providerId="ADAL" clId="{95285507-99F4-4B7C-819B-74F48107C4F1}" dt="2022-10-02T17:11:26.174" v="549"/>
        <pc:sldMkLst>
          <pc:docMk/>
          <pc:sldMk cId="0" sldId="261"/>
        </pc:sldMkLst>
      </pc:sldChg>
      <pc:sldChg chg="add">
        <pc:chgData name="Somak Chatterjee" userId="e6d5a15b-8109-4a04-ba46-d7e9f6fc31a9" providerId="ADAL" clId="{95285507-99F4-4B7C-819B-74F48107C4F1}" dt="2022-10-02T07:22:03.448" v="545"/>
        <pc:sldMkLst>
          <pc:docMk/>
          <pc:sldMk cId="2369351953" sldId="300"/>
        </pc:sldMkLst>
      </pc:sldChg>
      <pc:sldChg chg="modSp mod">
        <pc:chgData name="Somak Chatterjee" userId="e6d5a15b-8109-4a04-ba46-d7e9f6fc31a9" providerId="ADAL" clId="{95285507-99F4-4B7C-819B-74F48107C4F1}" dt="2022-10-02T06:42:24.486" v="530" actId="27636"/>
        <pc:sldMkLst>
          <pc:docMk/>
          <pc:sldMk cId="567067666" sldId="402"/>
        </pc:sldMkLst>
        <pc:spChg chg="mod">
          <ac:chgData name="Somak Chatterjee" userId="e6d5a15b-8109-4a04-ba46-d7e9f6fc31a9" providerId="ADAL" clId="{95285507-99F4-4B7C-819B-74F48107C4F1}" dt="2022-10-02T06:42:24.486" v="530" actId="27636"/>
          <ac:spMkLst>
            <pc:docMk/>
            <pc:sldMk cId="567067666" sldId="402"/>
            <ac:spMk id="4" creationId="{615601F9-E9D0-44BE-928C-AB37DDC3DCE6}"/>
          </ac:spMkLst>
        </pc:spChg>
      </pc:sldChg>
      <pc:sldChg chg="delSp mod">
        <pc:chgData name="Somak Chatterjee" userId="e6d5a15b-8109-4a04-ba46-d7e9f6fc31a9" providerId="ADAL" clId="{95285507-99F4-4B7C-819B-74F48107C4F1}" dt="2022-10-02T06:14:17.519" v="0" actId="478"/>
        <pc:sldMkLst>
          <pc:docMk/>
          <pc:sldMk cId="1519031485" sldId="461"/>
        </pc:sldMkLst>
        <pc:inkChg chg="del">
          <ac:chgData name="Somak Chatterjee" userId="e6d5a15b-8109-4a04-ba46-d7e9f6fc31a9" providerId="ADAL" clId="{95285507-99F4-4B7C-819B-74F48107C4F1}" dt="2022-10-02T06:14:17.519" v="0" actId="478"/>
          <ac:inkMkLst>
            <pc:docMk/>
            <pc:sldMk cId="1519031485" sldId="461"/>
            <ac:inkMk id="7" creationId="{A011134F-E3C3-CF4D-A44F-CFB16F233832}"/>
          </ac:inkMkLst>
        </pc:inkChg>
      </pc:sldChg>
      <pc:sldChg chg="delSp mod">
        <pc:chgData name="Somak Chatterjee" userId="e6d5a15b-8109-4a04-ba46-d7e9f6fc31a9" providerId="ADAL" clId="{95285507-99F4-4B7C-819B-74F48107C4F1}" dt="2022-10-02T06:15:08.526" v="1" actId="478"/>
        <pc:sldMkLst>
          <pc:docMk/>
          <pc:sldMk cId="147545037" sldId="462"/>
        </pc:sldMkLst>
        <pc:inkChg chg="del">
          <ac:chgData name="Somak Chatterjee" userId="e6d5a15b-8109-4a04-ba46-d7e9f6fc31a9" providerId="ADAL" clId="{95285507-99F4-4B7C-819B-74F48107C4F1}" dt="2022-10-02T06:15:08.526" v="1" actId="478"/>
          <ac:inkMkLst>
            <pc:docMk/>
            <pc:sldMk cId="147545037" sldId="462"/>
            <ac:inkMk id="7" creationId="{326090A5-9913-B040-B2CA-390171704DB5}"/>
          </ac:inkMkLst>
        </pc:inkChg>
      </pc:sldChg>
      <pc:sldChg chg="delSp mod">
        <pc:chgData name="Somak Chatterjee" userId="e6d5a15b-8109-4a04-ba46-d7e9f6fc31a9" providerId="ADAL" clId="{95285507-99F4-4B7C-819B-74F48107C4F1}" dt="2022-10-02T06:15:24.278" v="2" actId="478"/>
        <pc:sldMkLst>
          <pc:docMk/>
          <pc:sldMk cId="2063821139" sldId="463"/>
        </pc:sldMkLst>
        <pc:inkChg chg="del">
          <ac:chgData name="Somak Chatterjee" userId="e6d5a15b-8109-4a04-ba46-d7e9f6fc31a9" providerId="ADAL" clId="{95285507-99F4-4B7C-819B-74F48107C4F1}" dt="2022-10-02T06:15:24.278" v="2" actId="478"/>
          <ac:inkMkLst>
            <pc:docMk/>
            <pc:sldMk cId="2063821139" sldId="463"/>
            <ac:inkMk id="8" creationId="{171E560E-75AF-764E-9439-2591AFBF745A}"/>
          </ac:inkMkLst>
        </pc:inkChg>
      </pc:sldChg>
      <pc:sldChg chg="delSp mod">
        <pc:chgData name="Somak Chatterjee" userId="e6d5a15b-8109-4a04-ba46-d7e9f6fc31a9" providerId="ADAL" clId="{95285507-99F4-4B7C-819B-74F48107C4F1}" dt="2022-10-02T07:07:23.356" v="543" actId="478"/>
        <pc:sldMkLst>
          <pc:docMk/>
          <pc:sldMk cId="3409733948" sldId="465"/>
        </pc:sldMkLst>
        <pc:inkChg chg="del">
          <ac:chgData name="Somak Chatterjee" userId="e6d5a15b-8109-4a04-ba46-d7e9f6fc31a9" providerId="ADAL" clId="{95285507-99F4-4B7C-819B-74F48107C4F1}" dt="2022-10-02T07:07:23.356" v="543" actId="478"/>
          <ac:inkMkLst>
            <pc:docMk/>
            <pc:sldMk cId="3409733948" sldId="465"/>
            <ac:inkMk id="7" creationId="{97A85DB0-DB23-8044-88A3-E79E061CE6DB}"/>
          </ac:inkMkLst>
        </pc:inkChg>
      </pc:sldChg>
      <pc:sldChg chg="delSp modSp mod">
        <pc:chgData name="Somak Chatterjee" userId="e6d5a15b-8109-4a04-ba46-d7e9f6fc31a9" providerId="ADAL" clId="{95285507-99F4-4B7C-819B-74F48107C4F1}" dt="2022-10-02T07:07:12.112" v="541" actId="33524"/>
        <pc:sldMkLst>
          <pc:docMk/>
          <pc:sldMk cId="4081134730" sldId="467"/>
        </pc:sldMkLst>
        <pc:spChg chg="mod">
          <ac:chgData name="Somak Chatterjee" userId="e6d5a15b-8109-4a04-ba46-d7e9f6fc31a9" providerId="ADAL" clId="{95285507-99F4-4B7C-819B-74F48107C4F1}" dt="2022-10-02T07:07:12.112" v="541" actId="33524"/>
          <ac:spMkLst>
            <pc:docMk/>
            <pc:sldMk cId="4081134730" sldId="467"/>
            <ac:spMk id="5" creationId="{FF1EE8CA-2398-4C3F-BC92-77390719207E}"/>
          </ac:spMkLst>
        </pc:spChg>
        <pc:inkChg chg="del">
          <ac:chgData name="Somak Chatterjee" userId="e6d5a15b-8109-4a04-ba46-d7e9f6fc31a9" providerId="ADAL" clId="{95285507-99F4-4B7C-819B-74F48107C4F1}" dt="2022-10-02T07:07:01.869" v="540" actId="478"/>
          <ac:inkMkLst>
            <pc:docMk/>
            <pc:sldMk cId="4081134730" sldId="467"/>
            <ac:inkMk id="8" creationId="{35FF352F-2E5F-BD47-BE6B-609D3D8E8BC2}"/>
          </ac:inkMkLst>
        </pc:inkChg>
      </pc:sldChg>
      <pc:sldChg chg="delSp mod">
        <pc:chgData name="Somak Chatterjee" userId="e6d5a15b-8109-4a04-ba46-d7e9f6fc31a9" providerId="ADAL" clId="{95285507-99F4-4B7C-819B-74F48107C4F1}" dt="2022-10-02T07:07:18.143" v="542" actId="478"/>
        <pc:sldMkLst>
          <pc:docMk/>
          <pc:sldMk cId="611353157" sldId="469"/>
        </pc:sldMkLst>
        <pc:inkChg chg="del">
          <ac:chgData name="Somak Chatterjee" userId="e6d5a15b-8109-4a04-ba46-d7e9f6fc31a9" providerId="ADAL" clId="{95285507-99F4-4B7C-819B-74F48107C4F1}" dt="2022-10-02T07:07:18.143" v="542" actId="478"/>
          <ac:inkMkLst>
            <pc:docMk/>
            <pc:sldMk cId="611353157" sldId="469"/>
            <ac:inkMk id="7" creationId="{336980C8-BA7C-8747-9C30-7A378A1DCE1C}"/>
          </ac:inkMkLst>
        </pc:inkChg>
      </pc:sldChg>
      <pc:sldChg chg="delSp mod">
        <pc:chgData name="Somak Chatterjee" userId="e6d5a15b-8109-4a04-ba46-d7e9f6fc31a9" providerId="ADAL" clId="{95285507-99F4-4B7C-819B-74F48107C4F1}" dt="2022-10-02T13:32:13.581" v="547" actId="478"/>
        <pc:sldMkLst>
          <pc:docMk/>
          <pc:sldMk cId="551884856" sldId="472"/>
        </pc:sldMkLst>
        <pc:inkChg chg="del">
          <ac:chgData name="Somak Chatterjee" userId="e6d5a15b-8109-4a04-ba46-d7e9f6fc31a9" providerId="ADAL" clId="{95285507-99F4-4B7C-819B-74F48107C4F1}" dt="2022-10-02T13:32:13.581" v="547" actId="478"/>
          <ac:inkMkLst>
            <pc:docMk/>
            <pc:sldMk cId="551884856" sldId="472"/>
            <ac:inkMk id="9" creationId="{63BB316A-F800-C943-A946-3B0F8B2F7EA7}"/>
          </ac:inkMkLst>
        </pc:inkChg>
      </pc:sldChg>
      <pc:sldChg chg="delSp mod">
        <pc:chgData name="Somak Chatterjee" userId="e6d5a15b-8109-4a04-ba46-d7e9f6fc31a9" providerId="ADAL" clId="{95285507-99F4-4B7C-819B-74F48107C4F1}" dt="2022-10-02T13:35:03.005" v="548" actId="478"/>
        <pc:sldMkLst>
          <pc:docMk/>
          <pc:sldMk cId="1468597516" sldId="473"/>
        </pc:sldMkLst>
        <pc:inkChg chg="del">
          <ac:chgData name="Somak Chatterjee" userId="e6d5a15b-8109-4a04-ba46-d7e9f6fc31a9" providerId="ADAL" clId="{95285507-99F4-4B7C-819B-74F48107C4F1}" dt="2022-10-02T13:35:03.005" v="548" actId="478"/>
          <ac:inkMkLst>
            <pc:docMk/>
            <pc:sldMk cId="1468597516" sldId="473"/>
            <ac:inkMk id="5" creationId="{36300D58-4629-ED46-91EA-81507A66B7CB}"/>
          </ac:inkMkLst>
        </pc:inkChg>
      </pc:sldChg>
      <pc:sldChg chg="delSp mod">
        <pc:chgData name="Somak Chatterjee" userId="e6d5a15b-8109-4a04-ba46-d7e9f6fc31a9" providerId="ADAL" clId="{95285507-99F4-4B7C-819B-74F48107C4F1}" dt="2022-10-02T13:32:08.651" v="546" actId="478"/>
        <pc:sldMkLst>
          <pc:docMk/>
          <pc:sldMk cId="701867760" sldId="475"/>
        </pc:sldMkLst>
        <pc:inkChg chg="del">
          <ac:chgData name="Somak Chatterjee" userId="e6d5a15b-8109-4a04-ba46-d7e9f6fc31a9" providerId="ADAL" clId="{95285507-99F4-4B7C-819B-74F48107C4F1}" dt="2022-10-02T13:32:08.651" v="546" actId="478"/>
          <ac:inkMkLst>
            <pc:docMk/>
            <pc:sldMk cId="701867760" sldId="475"/>
            <ac:inkMk id="9" creationId="{0DA7A831-072A-1F48-8FA8-C57FA4B43476}"/>
          </ac:inkMkLst>
        </pc:inkChg>
      </pc:sldChg>
      <pc:sldChg chg="del">
        <pc:chgData name="Somak Chatterjee" userId="e6d5a15b-8109-4a04-ba46-d7e9f6fc31a9" providerId="ADAL" clId="{95285507-99F4-4B7C-819B-74F48107C4F1}" dt="2022-10-02T17:11:34.273" v="550" actId="47"/>
        <pc:sldMkLst>
          <pc:docMk/>
          <pc:sldMk cId="1987662621" sldId="478"/>
        </pc:sldMkLst>
      </pc:sldChg>
      <pc:sldChg chg="del">
        <pc:chgData name="Somak Chatterjee" userId="e6d5a15b-8109-4a04-ba46-d7e9f6fc31a9" providerId="ADAL" clId="{95285507-99F4-4B7C-819B-74F48107C4F1}" dt="2022-10-02T17:11:34.273" v="550" actId="47"/>
        <pc:sldMkLst>
          <pc:docMk/>
          <pc:sldMk cId="596669250" sldId="479"/>
        </pc:sldMkLst>
      </pc:sldChg>
      <pc:sldChg chg="delSp mod">
        <pc:chgData name="Somak Chatterjee" userId="e6d5a15b-8109-4a04-ba46-d7e9f6fc31a9" providerId="ADAL" clId="{95285507-99F4-4B7C-819B-74F48107C4F1}" dt="2022-10-02T07:07:36.511" v="544" actId="478"/>
        <pc:sldMkLst>
          <pc:docMk/>
          <pc:sldMk cId="3188953822" sldId="480"/>
        </pc:sldMkLst>
        <pc:inkChg chg="del">
          <ac:chgData name="Somak Chatterjee" userId="e6d5a15b-8109-4a04-ba46-d7e9f6fc31a9" providerId="ADAL" clId="{95285507-99F4-4B7C-819B-74F48107C4F1}" dt="2022-10-02T07:07:36.511" v="544" actId="478"/>
          <ac:inkMkLst>
            <pc:docMk/>
            <pc:sldMk cId="3188953822" sldId="480"/>
            <ac:inkMk id="8" creationId="{4CA4AF9E-EBD6-4545-BC64-FBD3BC85EB02}"/>
          </ac:inkMkLst>
        </pc:inkChg>
      </pc:sldChg>
      <pc:sldChg chg="addSp delSp modSp add mod delAnim">
        <pc:chgData name="Somak Chatterjee" userId="e6d5a15b-8109-4a04-ba46-d7e9f6fc31a9" providerId="ADAL" clId="{95285507-99F4-4B7C-819B-74F48107C4F1}" dt="2022-10-02T06:33:51.416" v="178" actId="14100"/>
        <pc:sldMkLst>
          <pc:docMk/>
          <pc:sldMk cId="3984517448" sldId="481"/>
        </pc:sldMkLst>
        <pc:spChg chg="del">
          <ac:chgData name="Somak Chatterjee" userId="e6d5a15b-8109-4a04-ba46-d7e9f6fc31a9" providerId="ADAL" clId="{95285507-99F4-4B7C-819B-74F48107C4F1}" dt="2022-10-02T06:18:05.938" v="4" actId="478"/>
          <ac:spMkLst>
            <pc:docMk/>
            <pc:sldMk cId="3984517448" sldId="481"/>
            <ac:spMk id="5" creationId="{8F880A17-048A-475C-85B6-9D445EB8C66E}"/>
          </ac:spMkLst>
        </pc:spChg>
        <pc:spChg chg="mod">
          <ac:chgData name="Somak Chatterjee" userId="e6d5a15b-8109-4a04-ba46-d7e9f6fc31a9" providerId="ADAL" clId="{95285507-99F4-4B7C-819B-74F48107C4F1}" dt="2022-10-02T06:20:07.286" v="28" actId="20577"/>
          <ac:spMkLst>
            <pc:docMk/>
            <pc:sldMk cId="3984517448" sldId="481"/>
            <ac:spMk id="6" creationId="{F00E6791-85EF-45DB-BB80-924B31A09CAC}"/>
          </ac:spMkLst>
        </pc:spChg>
        <pc:spChg chg="add del mod">
          <ac:chgData name="Somak Chatterjee" userId="e6d5a15b-8109-4a04-ba46-d7e9f6fc31a9" providerId="ADAL" clId="{95285507-99F4-4B7C-819B-74F48107C4F1}" dt="2022-10-02T06:20:52.538" v="29"/>
          <ac:spMkLst>
            <pc:docMk/>
            <pc:sldMk cId="3984517448" sldId="481"/>
            <ac:spMk id="9" creationId="{AB1ECE22-98D4-51D3-E623-57A86697E6CA}"/>
          </ac:spMkLst>
        </pc:spChg>
        <pc:spChg chg="add mod">
          <ac:chgData name="Somak Chatterjee" userId="e6d5a15b-8109-4a04-ba46-d7e9f6fc31a9" providerId="ADAL" clId="{95285507-99F4-4B7C-819B-74F48107C4F1}" dt="2022-10-02T06:33:51.416" v="178" actId="14100"/>
          <ac:spMkLst>
            <pc:docMk/>
            <pc:sldMk cId="3984517448" sldId="481"/>
            <ac:spMk id="10" creationId="{14723F8E-C1DA-FCF0-B0B2-D102FE6A507B}"/>
          </ac:spMkLst>
        </pc:spChg>
        <pc:spChg chg="add mod">
          <ac:chgData name="Somak Chatterjee" userId="e6d5a15b-8109-4a04-ba46-d7e9f6fc31a9" providerId="ADAL" clId="{95285507-99F4-4B7C-819B-74F48107C4F1}" dt="2022-10-02T06:33:40.326" v="176" actId="14100"/>
          <ac:spMkLst>
            <pc:docMk/>
            <pc:sldMk cId="3984517448" sldId="481"/>
            <ac:spMk id="13" creationId="{3524D53A-162C-D6A4-40AF-C1044DC8392E}"/>
          </ac:spMkLst>
        </pc:spChg>
        <pc:picChg chg="del">
          <ac:chgData name="Somak Chatterjee" userId="e6d5a15b-8109-4a04-ba46-d7e9f6fc31a9" providerId="ADAL" clId="{95285507-99F4-4B7C-819B-74F48107C4F1}" dt="2022-10-02T06:18:08.493" v="5" actId="478"/>
          <ac:picMkLst>
            <pc:docMk/>
            <pc:sldMk cId="3984517448" sldId="481"/>
            <ac:picMk id="7" creationId="{51ED0394-E356-CC49-9DA6-0F808E7E9606}"/>
          </ac:picMkLst>
        </pc:picChg>
        <pc:picChg chg="add mod">
          <ac:chgData name="Somak Chatterjee" userId="e6d5a15b-8109-4a04-ba46-d7e9f6fc31a9" providerId="ADAL" clId="{95285507-99F4-4B7C-819B-74F48107C4F1}" dt="2022-10-02T06:33:37.775" v="175" actId="14100"/>
          <ac:picMkLst>
            <pc:docMk/>
            <pc:sldMk cId="3984517448" sldId="481"/>
            <ac:picMk id="11" creationId="{1841A063-9F54-A882-B335-A7AF98BF9D66}"/>
          </ac:picMkLst>
        </pc:picChg>
      </pc:sldChg>
      <pc:sldChg chg="addSp delSp modSp add del mod">
        <pc:chgData name="Somak Chatterjee" userId="e6d5a15b-8109-4a04-ba46-d7e9f6fc31a9" providerId="ADAL" clId="{95285507-99F4-4B7C-819B-74F48107C4F1}" dt="2022-10-02T06:37:55.762" v="219" actId="47"/>
        <pc:sldMkLst>
          <pc:docMk/>
          <pc:sldMk cId="2702456706" sldId="482"/>
        </pc:sldMkLst>
        <pc:spChg chg="add del mod">
          <ac:chgData name="Somak Chatterjee" userId="e6d5a15b-8109-4a04-ba46-d7e9f6fc31a9" providerId="ADAL" clId="{95285507-99F4-4B7C-819B-74F48107C4F1}" dt="2022-10-02T06:35:25.159" v="199" actId="478"/>
          <ac:spMkLst>
            <pc:docMk/>
            <pc:sldMk cId="2702456706" sldId="482"/>
            <ac:spMk id="5" creationId="{75A633BF-32A3-A0DC-EB02-78DD5FA76839}"/>
          </ac:spMkLst>
        </pc:spChg>
        <pc:spChg chg="mod">
          <ac:chgData name="Somak Chatterjee" userId="e6d5a15b-8109-4a04-ba46-d7e9f6fc31a9" providerId="ADAL" clId="{95285507-99F4-4B7C-819B-74F48107C4F1}" dt="2022-10-02T06:34:26.798" v="195" actId="20577"/>
          <ac:spMkLst>
            <pc:docMk/>
            <pc:sldMk cId="2702456706" sldId="482"/>
            <ac:spMk id="6" creationId="{F00E6791-85EF-45DB-BB80-924B31A09CAC}"/>
          </ac:spMkLst>
        </pc:spChg>
        <pc:spChg chg="add mod">
          <ac:chgData name="Somak Chatterjee" userId="e6d5a15b-8109-4a04-ba46-d7e9f6fc31a9" providerId="ADAL" clId="{95285507-99F4-4B7C-819B-74F48107C4F1}" dt="2022-10-02T06:36:16.201" v="212" actId="14100"/>
          <ac:spMkLst>
            <pc:docMk/>
            <pc:sldMk cId="2702456706" sldId="482"/>
            <ac:spMk id="8" creationId="{46945E9A-7E25-8306-CDB0-3DD9BE29FCF4}"/>
          </ac:spMkLst>
        </pc:spChg>
        <pc:spChg chg="del">
          <ac:chgData name="Somak Chatterjee" userId="e6d5a15b-8109-4a04-ba46-d7e9f6fc31a9" providerId="ADAL" clId="{95285507-99F4-4B7C-819B-74F48107C4F1}" dt="2022-10-02T06:35:22.814" v="198" actId="478"/>
          <ac:spMkLst>
            <pc:docMk/>
            <pc:sldMk cId="2702456706" sldId="482"/>
            <ac:spMk id="10" creationId="{14723F8E-C1DA-FCF0-B0B2-D102FE6A507B}"/>
          </ac:spMkLst>
        </pc:spChg>
        <pc:spChg chg="del">
          <ac:chgData name="Somak Chatterjee" userId="e6d5a15b-8109-4a04-ba46-d7e9f6fc31a9" providerId="ADAL" clId="{95285507-99F4-4B7C-819B-74F48107C4F1}" dt="2022-10-02T06:34:29.488" v="197" actId="478"/>
          <ac:spMkLst>
            <pc:docMk/>
            <pc:sldMk cId="2702456706" sldId="482"/>
            <ac:spMk id="13" creationId="{3524D53A-162C-D6A4-40AF-C1044DC8392E}"/>
          </ac:spMkLst>
        </pc:spChg>
        <pc:picChg chg="del">
          <ac:chgData name="Somak Chatterjee" userId="e6d5a15b-8109-4a04-ba46-d7e9f6fc31a9" providerId="ADAL" clId="{95285507-99F4-4B7C-819B-74F48107C4F1}" dt="2022-10-02T06:34:28.440" v="196" actId="478"/>
          <ac:picMkLst>
            <pc:docMk/>
            <pc:sldMk cId="2702456706" sldId="482"/>
            <ac:picMk id="11" creationId="{1841A063-9F54-A882-B335-A7AF98BF9D66}"/>
          </ac:picMkLst>
        </pc:picChg>
        <pc:picChg chg="add mod">
          <ac:chgData name="Somak Chatterjee" userId="e6d5a15b-8109-4a04-ba46-d7e9f6fc31a9" providerId="ADAL" clId="{95285507-99F4-4B7C-819B-74F48107C4F1}" dt="2022-10-02T06:35:44.532" v="207" actId="1076"/>
          <ac:picMkLst>
            <pc:docMk/>
            <pc:sldMk cId="2702456706" sldId="482"/>
            <ac:picMk id="2050" creationId="{33906592-F997-ADCA-A452-A5F21F0509B4}"/>
          </ac:picMkLst>
        </pc:picChg>
      </pc:sldChg>
      <pc:sldChg chg="addSp delSp modSp add mod">
        <pc:chgData name="Somak Chatterjee" userId="e6d5a15b-8109-4a04-ba46-d7e9f6fc31a9" providerId="ADAL" clId="{95285507-99F4-4B7C-819B-74F48107C4F1}" dt="2022-10-02T07:03:28.278" v="539" actId="14100"/>
        <pc:sldMkLst>
          <pc:docMk/>
          <pc:sldMk cId="2456313355" sldId="483"/>
        </pc:sldMkLst>
        <pc:spChg chg="add mod">
          <ac:chgData name="Somak Chatterjee" userId="e6d5a15b-8109-4a04-ba46-d7e9f6fc31a9" providerId="ADAL" clId="{95285507-99F4-4B7C-819B-74F48107C4F1}" dt="2022-10-02T06:41:13.122" v="512" actId="113"/>
          <ac:spMkLst>
            <pc:docMk/>
            <pc:sldMk cId="2456313355" sldId="483"/>
            <ac:spMk id="5" creationId="{EE28A245-6DA6-635E-A8F1-3391AA9054B5}"/>
          </ac:spMkLst>
        </pc:spChg>
        <pc:spChg chg="mod">
          <ac:chgData name="Somak Chatterjee" userId="e6d5a15b-8109-4a04-ba46-d7e9f6fc31a9" providerId="ADAL" clId="{95285507-99F4-4B7C-819B-74F48107C4F1}" dt="2022-10-02T07:03:28.278" v="539" actId="14100"/>
          <ac:spMkLst>
            <pc:docMk/>
            <pc:sldMk cId="2456313355" sldId="483"/>
            <ac:spMk id="6" creationId="{F00E6791-85EF-45DB-BB80-924B31A09CAC}"/>
          </ac:spMkLst>
        </pc:spChg>
        <pc:spChg chg="mod">
          <ac:chgData name="Somak Chatterjee" userId="e6d5a15b-8109-4a04-ba46-d7e9f6fc31a9" providerId="ADAL" clId="{95285507-99F4-4B7C-819B-74F48107C4F1}" dt="2022-10-02T06:37:48.877" v="218" actId="1076"/>
          <ac:spMkLst>
            <pc:docMk/>
            <pc:sldMk cId="2456313355" sldId="483"/>
            <ac:spMk id="8" creationId="{46945E9A-7E25-8306-CDB0-3DD9BE29FCF4}"/>
          </ac:spMkLst>
        </pc:spChg>
        <pc:spChg chg="add del">
          <ac:chgData name="Somak Chatterjee" userId="e6d5a15b-8109-4a04-ba46-d7e9f6fc31a9" providerId="ADAL" clId="{95285507-99F4-4B7C-819B-74F48107C4F1}" dt="2022-10-02T07:01:42.777" v="532" actId="22"/>
          <ac:spMkLst>
            <pc:docMk/>
            <pc:sldMk cId="2456313355" sldId="483"/>
            <ac:spMk id="9" creationId="{07A0B0E7-D255-AC5D-6E08-306324CFCF48}"/>
          </ac:spMkLst>
        </pc:spChg>
        <pc:picChg chg="mod">
          <ac:chgData name="Somak Chatterjee" userId="e6d5a15b-8109-4a04-ba46-d7e9f6fc31a9" providerId="ADAL" clId="{95285507-99F4-4B7C-819B-74F48107C4F1}" dt="2022-10-02T06:37:34.594" v="214" actId="1076"/>
          <ac:picMkLst>
            <pc:docMk/>
            <pc:sldMk cId="2456313355" sldId="483"/>
            <ac:picMk id="2050" creationId="{33906592-F997-ADCA-A452-A5F21F0509B4}"/>
          </ac:picMkLst>
        </pc:picChg>
      </pc:sldChg>
      <pc:sldChg chg="modSp add mod">
        <pc:chgData name="Somak Chatterjee" userId="e6d5a15b-8109-4a04-ba46-d7e9f6fc31a9" providerId="ADAL" clId="{95285507-99F4-4B7C-819B-74F48107C4F1}" dt="2022-10-02T07:02:37.490" v="537" actId="20577"/>
        <pc:sldMkLst>
          <pc:docMk/>
          <pc:sldMk cId="1297612044" sldId="484"/>
        </pc:sldMkLst>
        <pc:spChg chg="mod">
          <ac:chgData name="Somak Chatterjee" userId="e6d5a15b-8109-4a04-ba46-d7e9f6fc31a9" providerId="ADAL" clId="{95285507-99F4-4B7C-819B-74F48107C4F1}" dt="2022-10-02T07:02:37.490" v="537" actId="20577"/>
          <ac:spMkLst>
            <pc:docMk/>
            <pc:sldMk cId="1297612044" sldId="484"/>
            <ac:spMk id="4" creationId="{615601F9-E9D0-44BE-928C-AB37DDC3DCE6}"/>
          </ac:spMkLst>
        </pc:spChg>
      </pc:sldChg>
      <pc:sldChg chg="add del">
        <pc:chgData name="Somak Chatterjee" userId="e6d5a15b-8109-4a04-ba46-d7e9f6fc31a9" providerId="ADAL" clId="{95285507-99F4-4B7C-819B-74F48107C4F1}" dt="2022-10-02T06:41:19.958" v="514" actId="47"/>
        <pc:sldMkLst>
          <pc:docMk/>
          <pc:sldMk cId="1422892970" sldId="484"/>
        </pc:sldMkLst>
      </pc:sldChg>
      <pc:sldChg chg="add">
        <pc:chgData name="Somak Chatterjee" userId="e6d5a15b-8109-4a04-ba46-d7e9f6fc31a9" providerId="ADAL" clId="{95285507-99F4-4B7C-819B-74F48107C4F1}" dt="2022-10-02T17:11:26.174" v="549"/>
        <pc:sldMkLst>
          <pc:docMk/>
          <pc:sldMk cId="0" sldId="485"/>
        </pc:sldMkLst>
      </pc:sldChg>
      <pc:sldChg chg="add">
        <pc:chgData name="Somak Chatterjee" userId="e6d5a15b-8109-4a04-ba46-d7e9f6fc31a9" providerId="ADAL" clId="{95285507-99F4-4B7C-819B-74F48107C4F1}" dt="2022-10-02T17:11:26.174" v="549"/>
        <pc:sldMkLst>
          <pc:docMk/>
          <pc:sldMk cId="0" sldId="486"/>
        </pc:sldMkLst>
      </pc:sldChg>
      <pc:sldChg chg="add">
        <pc:chgData name="Somak Chatterjee" userId="e6d5a15b-8109-4a04-ba46-d7e9f6fc31a9" providerId="ADAL" clId="{95285507-99F4-4B7C-819B-74F48107C4F1}" dt="2022-10-02T17:11:26.174" v="549"/>
        <pc:sldMkLst>
          <pc:docMk/>
          <pc:sldMk cId="0" sldId="487"/>
        </pc:sldMkLst>
      </pc:sldChg>
      <pc:sldChg chg="add">
        <pc:chgData name="Somak Chatterjee" userId="e6d5a15b-8109-4a04-ba46-d7e9f6fc31a9" providerId="ADAL" clId="{95285507-99F4-4B7C-819B-74F48107C4F1}" dt="2022-10-02T17:11:26.174" v="549"/>
        <pc:sldMkLst>
          <pc:docMk/>
          <pc:sldMk cId="0" sldId="488"/>
        </pc:sldMkLst>
      </pc:sldChg>
      <pc:sldChg chg="addSp delSp modSp add mod delAnim modAnim">
        <pc:chgData name="Somak Chatterjee" userId="e6d5a15b-8109-4a04-ba46-d7e9f6fc31a9" providerId="ADAL" clId="{95285507-99F4-4B7C-819B-74F48107C4F1}" dt="2022-10-02T17:15:24.007" v="564" actId="14100"/>
        <pc:sldMkLst>
          <pc:docMk/>
          <pc:sldMk cId="1226558524" sldId="489"/>
        </pc:sldMkLst>
        <pc:spChg chg="del">
          <ac:chgData name="Somak Chatterjee" userId="e6d5a15b-8109-4a04-ba46-d7e9f6fc31a9" providerId="ADAL" clId="{95285507-99F4-4B7C-819B-74F48107C4F1}" dt="2022-10-02T17:14:17.794" v="554" actId="478"/>
          <ac:spMkLst>
            <pc:docMk/>
            <pc:sldMk cId="1226558524" sldId="489"/>
            <ac:spMk id="9" creationId="{D38917EA-E10F-47B4-A90A-E43E96099E2A}"/>
          </ac:spMkLst>
        </pc:spChg>
        <pc:spChg chg="del">
          <ac:chgData name="Somak Chatterjee" userId="e6d5a15b-8109-4a04-ba46-d7e9f6fc31a9" providerId="ADAL" clId="{95285507-99F4-4B7C-819B-74F48107C4F1}" dt="2022-10-02T17:14:23.748" v="557" actId="478"/>
          <ac:spMkLst>
            <pc:docMk/>
            <pc:sldMk cId="1226558524" sldId="489"/>
            <ac:spMk id="15" creationId="{DC5259C2-0B94-4D90-BE7B-0356DBB2024B}"/>
          </ac:spMkLst>
        </pc:spChg>
        <pc:picChg chg="add mod">
          <ac:chgData name="Somak Chatterjee" userId="e6d5a15b-8109-4a04-ba46-d7e9f6fc31a9" providerId="ADAL" clId="{95285507-99F4-4B7C-819B-74F48107C4F1}" dt="2022-10-02T17:15:24.007" v="564" actId="14100"/>
          <ac:picMkLst>
            <pc:docMk/>
            <pc:sldMk cId="1226558524" sldId="489"/>
            <ac:picMk id="5" creationId="{78811B0D-1341-4987-DD45-A283D5F47775}"/>
          </ac:picMkLst>
        </pc:picChg>
        <pc:picChg chg="del">
          <ac:chgData name="Somak Chatterjee" userId="e6d5a15b-8109-4a04-ba46-d7e9f6fc31a9" providerId="ADAL" clId="{95285507-99F4-4B7C-819B-74F48107C4F1}" dt="2022-10-02T17:14:12.936" v="552" actId="478"/>
          <ac:picMkLst>
            <pc:docMk/>
            <pc:sldMk cId="1226558524" sldId="489"/>
            <ac:picMk id="7" creationId="{2105B7D8-8881-4C08-B581-F494D05E4D86}"/>
          </ac:picMkLst>
        </pc:picChg>
        <pc:picChg chg="del">
          <ac:chgData name="Somak Chatterjee" userId="e6d5a15b-8109-4a04-ba46-d7e9f6fc31a9" providerId="ADAL" clId="{95285507-99F4-4B7C-819B-74F48107C4F1}" dt="2022-10-02T17:14:14.270" v="553" actId="478"/>
          <ac:picMkLst>
            <pc:docMk/>
            <pc:sldMk cId="1226558524" sldId="489"/>
            <ac:picMk id="8" creationId="{78E529D8-CE2B-4EF4-8DC0-246D384E27F2}"/>
          </ac:picMkLst>
        </pc:picChg>
        <pc:cxnChg chg="del">
          <ac:chgData name="Somak Chatterjee" userId="e6d5a15b-8109-4a04-ba46-d7e9f6fc31a9" providerId="ADAL" clId="{95285507-99F4-4B7C-819B-74F48107C4F1}" dt="2022-10-02T17:14:19.185" v="555" actId="478"/>
          <ac:cxnSpMkLst>
            <pc:docMk/>
            <pc:sldMk cId="1226558524" sldId="489"/>
            <ac:cxnSpMk id="11" creationId="{928D6437-5A7B-4FB8-96A6-B4D71DDC5C16}"/>
          </ac:cxnSpMkLst>
        </pc:cxnChg>
        <pc:cxnChg chg="del">
          <ac:chgData name="Somak Chatterjee" userId="e6d5a15b-8109-4a04-ba46-d7e9f6fc31a9" providerId="ADAL" clId="{95285507-99F4-4B7C-819B-74F48107C4F1}" dt="2022-10-02T17:14:21.426" v="556" actId="478"/>
          <ac:cxnSpMkLst>
            <pc:docMk/>
            <pc:sldMk cId="1226558524" sldId="489"/>
            <ac:cxnSpMk id="14" creationId="{D1C789AA-DFEF-4E24-8FFC-E0AFEC7904C7}"/>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70238" cy="481013"/>
          </a:xfrm>
          <a:prstGeom prst="rect">
            <a:avLst/>
          </a:prstGeom>
        </p:spPr>
        <p:txBody>
          <a:bodyPr vert="horz" lIns="91435" tIns="45718" rIns="91435" bIns="45718" rtlCol="0"/>
          <a:lstStyle>
            <a:lvl1pPr algn="l">
              <a:defRPr sz="1200"/>
            </a:lvl1pPr>
          </a:lstStyle>
          <a:p>
            <a:endParaRPr lang="en-IN" dirty="0"/>
          </a:p>
        </p:txBody>
      </p:sp>
      <p:sp>
        <p:nvSpPr>
          <p:cNvPr id="3" name="Date Placeholder 2"/>
          <p:cNvSpPr>
            <a:spLocks noGrp="1"/>
          </p:cNvSpPr>
          <p:nvPr>
            <p:ph type="dt" sz="quarter" idx="1"/>
          </p:nvPr>
        </p:nvSpPr>
        <p:spPr>
          <a:xfrm>
            <a:off x="4143376" y="1"/>
            <a:ext cx="3170238" cy="481013"/>
          </a:xfrm>
          <a:prstGeom prst="rect">
            <a:avLst/>
          </a:prstGeom>
        </p:spPr>
        <p:txBody>
          <a:bodyPr vert="horz" lIns="91435" tIns="45718" rIns="91435" bIns="45718" rtlCol="0"/>
          <a:lstStyle>
            <a:lvl1pPr algn="r">
              <a:defRPr sz="1200"/>
            </a:lvl1pPr>
          </a:lstStyle>
          <a:p>
            <a:fld id="{CC00E1C0-348C-40D3-BEEA-3D2CC97E46E5}" type="datetimeFigureOut">
              <a:rPr lang="en-IN" smtClean="0"/>
              <a:t>17-09-2026</a:t>
            </a:fld>
            <a:endParaRPr lang="en-IN" dirty="0"/>
          </a:p>
        </p:txBody>
      </p:sp>
      <p:sp>
        <p:nvSpPr>
          <p:cNvPr id="4" name="Footer Placeholder 3"/>
          <p:cNvSpPr>
            <a:spLocks noGrp="1"/>
          </p:cNvSpPr>
          <p:nvPr>
            <p:ph type="ftr" sz="quarter" idx="2"/>
          </p:nvPr>
        </p:nvSpPr>
        <p:spPr>
          <a:xfrm>
            <a:off x="0" y="9120189"/>
            <a:ext cx="3170238" cy="481012"/>
          </a:xfrm>
          <a:prstGeom prst="rect">
            <a:avLst/>
          </a:prstGeom>
        </p:spPr>
        <p:txBody>
          <a:bodyPr vert="horz" lIns="91435" tIns="45718" rIns="91435" bIns="45718" rtlCol="0" anchor="b"/>
          <a:lstStyle>
            <a:lvl1pPr algn="l">
              <a:defRPr sz="1200"/>
            </a:lvl1pPr>
          </a:lstStyle>
          <a:p>
            <a:endParaRPr lang="en-IN" dirty="0"/>
          </a:p>
        </p:txBody>
      </p:sp>
      <p:sp>
        <p:nvSpPr>
          <p:cNvPr id="5" name="Slide Number Placeholder 4"/>
          <p:cNvSpPr>
            <a:spLocks noGrp="1"/>
          </p:cNvSpPr>
          <p:nvPr>
            <p:ph type="sldNum" sz="quarter" idx="3"/>
          </p:nvPr>
        </p:nvSpPr>
        <p:spPr>
          <a:xfrm>
            <a:off x="4143376" y="9120189"/>
            <a:ext cx="3170238" cy="481012"/>
          </a:xfrm>
          <a:prstGeom prst="rect">
            <a:avLst/>
          </a:prstGeom>
        </p:spPr>
        <p:txBody>
          <a:bodyPr vert="horz" lIns="91435" tIns="45718" rIns="91435" bIns="45718" rtlCol="0" anchor="b"/>
          <a:lstStyle>
            <a:lvl1pPr algn="r">
              <a:defRPr sz="1200"/>
            </a:lvl1pPr>
          </a:lstStyle>
          <a:p>
            <a:fld id="{5EBB26E0-1484-46A8-B7A9-B238AB04DEAD}" type="slidenum">
              <a:rPr lang="en-IN" smtClean="0"/>
              <a:t>‹#›</a:t>
            </a:fld>
            <a:endParaRPr lang="en-IN" dirty="0"/>
          </a:p>
        </p:txBody>
      </p:sp>
    </p:spTree>
    <p:extLst>
      <p:ext uri="{BB962C8B-B14F-4D97-AF65-F5344CB8AC3E}">
        <p14:creationId xmlns:p14="http://schemas.microsoft.com/office/powerpoint/2010/main" val="395392938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7T08:48:57.433"/>
    </inkml:context>
    <inkml:brush xml:id="br0">
      <inkml:brushProperty name="width" value="0.08333" units="cm"/>
      <inkml:brushProperty name="height" value="0.08333" units="cm"/>
      <inkml:brushProperty name="fitToCurve" value="1"/>
    </inkml:brush>
  </inkml:definitions>
  <inkml:traceGroup>
    <inkml:annotationXML>
      <emma:emma xmlns:emma="http://www.w3.org/2003/04/emma" version="1.0">
        <emma:interpretation id="{D7707B61-2707-4BD2-9650-8D00EC3C7AD3}" emma:medium="tactile" emma:mode="ink">
          <msink:context xmlns:msink="http://schemas.microsoft.com/ink/2010/main" type="writingRegion" rotatedBoundingBox="5071,13080 10228,12988 10270,15292 5112,15385"/>
        </emma:interpretation>
      </emma:emma>
    </inkml:annotationXML>
    <inkml:traceGroup>
      <inkml:annotationXML>
        <emma:emma xmlns:emma="http://www.w3.org/2003/04/emma" version="1.0">
          <emma:interpretation id="{DCF0429B-FB46-4271-AA18-63F60279731B}" emma:medium="tactile" emma:mode="ink">
            <msink:context xmlns:msink="http://schemas.microsoft.com/ink/2010/main" type="paragraph" rotatedBoundingBox="5099,12849 10109,13171 10028,14429 5019,14107" alignmentLevel="1"/>
          </emma:interpretation>
        </emma:emma>
      </inkml:annotationXML>
      <inkml:traceGroup>
        <inkml:annotationXML>
          <emma:emma xmlns:emma="http://www.w3.org/2003/04/emma" version="1.0">
            <emma:interpretation id="{B00F1155-E7C3-4DCC-8080-C8B8CD8AEA51}" emma:medium="tactile" emma:mode="ink">
              <msink:context xmlns:msink="http://schemas.microsoft.com/ink/2010/main" type="line" rotatedBoundingBox="5099,12849 10109,13171 10028,14429 5019,14107"/>
            </emma:interpretation>
          </emma:emma>
        </inkml:annotationXML>
        <inkml:traceGroup>
          <inkml:annotationXML>
            <emma:emma xmlns:emma="http://www.w3.org/2003/04/emma" version="1.0">
              <emma:interpretation id="{F9E75278-AE4E-4130-BD58-A4E2DD1509AA}" emma:medium="tactile" emma:mode="ink">
                <msink:context xmlns:msink="http://schemas.microsoft.com/ink/2010/main" type="inkWord" rotatedBoundingBox="5099,12849 9113,13107 9065,13853 5051,13595"/>
              </emma:interpretation>
              <emma:one-of disjunction-type="recognition" id="oneOf0">
                <emma:interpretation id="interp0" emma:lang="" emma:confidence="1">
                  <emma:literal/>
                </emma:interpretation>
              </emma:one-of>
            </emma:emma>
          </inkml:annotationXML>
          <inkml:trace contextRef="#ctx0" brushRef="#br0">-3910 236 34 0,'2'-7'388'16,"4"2"5"-16,-2 2 1 0,-4 3-4 0,9-8-13 15,-4 6-19-15,-5 2-13 0,1-3-18 0,-1 3-24 16,0 0-29-16,5-7-30 0,-5 7-25 0,0 0-25 16,0 0-22-16,0 0-17 0,0 0-17 0,0 0-14 15,9 10-13-15,-4-3-11 0,-4 4-7 0,5-4-14 16,-3 0-8-16,2 4-3 0,2-3-9 0,-5 1-9 15,7 3-8-15,-8 1 5 0,5-5-9 0,-4 1-7 16,-1 2 1-16,4-4-6 0,-4 1-5 0,2-3-8 0,-3 3-10 16,3-1-1-16,-1-3 0 0,-2 0 2 15,0-4-4-15,4 6 1 0,-4-6 1 0,2 4 7 16,-2-4-1-16,0 0 1 0,0 0 1 0,0 0 12 16,0 0 4-16,18-13 0 0,-12 5 11 0,1-3 4 0,1 3 5 15,-1-5 5-15,1-2 2 0,1-2 8 0,0 4-2 16,4-11-2-16,-4 5-6 0,0 1 8 15,0 1 3-15,-1-1-8 0,-5 3 1 0,0 1 2 16,3 0-2-16,-5 3-5 0,2 3-6 0,0-1-5 0,-3 3-4 16,2-2-11-16,3 3-7 0,-4 1-33 0,-1 4-48 15,0-9-64-15,0 9-66 0,0 0-18 16,0 0-49-16,0 0-49 0,0 0-55 0,0 23-66 16,6-9-54-16,0-5-245 0,0 3-789 0,2 3 349 0</inkml:trace>
          <inkml:trace contextRef="#ctx0" brushRef="#br0" timeOffset="500.8482">-3513 348 146 0,'0'0'342'0,"5"-13"5"0,-5 13-6 0,0 0-3 0,0-10-5 15,1 6-17-15,-1 4-5 0,0 0-14 0,-1-8-7 16,1 8-17-16,1-5-15 0,-1 5-18 0,0 0-15 15,0 0-15-15,-1-9-13 0,1 9-10 0,0 0-20 16,0 0-6-16,0 0-11 0,0 0-7 0,0 0-5 16,0 0-10-16,0 0-3 0,0 0-16 0,4-3-12 15,-4 3-8-15,14-4-12 0,-7 4-5 0,2 0-8 16,3-2-8-16,3 2-3 0,2-2-4 0,-3-1-4 16,2-2-7-16,1 4-2 0,-8-3 0 0,6-3-8 15,3 3 0-15,-11 0-2 0,7-2-3 0,-7-4-5 16,5 4 0-16,-4 2 2 0,-2-1-6 0,0-3-2 15,0 0-2-15,-5 3-4 0,-1-3 0 0,0-2-4 16,0 3-4-16,0-2 4 0,-6 5-3 0,6 4 0 0,-3-11 0 16,-3 6 0-16,-4 2-3 0,2-2 7 0,1 3-11 15,1 0 2-15,6 2 0 0,-21 2-3 16,12-1 4-16,-2 3-3 0,-2 1 2 0,4 0 0 16,-8 2 2-16,8 4 1 0,-3-3-1 0,3 3 6 0,-2 3-1 15,2-6-4-15,3 6 3 0,-1-8-3 0,1 11 3 16,1-8-1-16,2 2 5 0,0-1-1 15,2 1 3-15,-1 0-3 0,2-2 2 0,0 1-3 16,3 0 1-16,2 2-6 0,1-7-5 0,1 6-4 0,1-4-9 16,2-3-10-16,4 4-8 0,1-3-18 0,3-1-11 15,0 1-25-15,2-3-32 0,11-4-36 0,-4 2-31 16,-1-5-22-16,1 5-28 0,-2-2-41 0,-3 0-48 16,5-6-47-16,0 3-39 0,-8 1-245 0,-1-3-718 15,6-1 318-15</inkml:trace>
          <inkml:trace contextRef="#ctx0" brushRef="#br0" timeOffset="-859.3224">-4911-104 157 0,'0'0'340'16,"0"0"-2"-16,0 0-7 0,0 0 9 0,0 0 3 15,0 0 3-15,0 0 0 0,0 0-4 0,0 0-7 16,0 0-15-16,0 0-4 0,0 0-15 0,0 0-17 16,0 0-18-16,-1-7-19 0,1 7-21 0,0 0-21 15,0 0-25-15,0 0-22 0,0 0-14 0,0 0-15 16,1 20-11-16,4-12-6 0,-4 3-15 0,2 4-4 16,0 1-6-16,3 0-10 0,0 1-5 0,-3 9-13 15,2-5-6-15,1 5-4 0,-5-2 1 0,5-3-13 16,-6 3 2-16,2-1-7 0,2 1-4 0,-4-5-1 15,-4-2-5-15,2 4 2 0,2-2-6 0,0-7-2 16,-1 4-2-16,-4-2-3 0,5-4-4 0,0 1-5 16,-1-5 6-16,1 0-5 0,0-1 0 0,0 2-1 15,0-2 6-15,0-5 1 0,-5 7 12 0,5-7-10 16,0 0 0-16,-1 7 0 0,1-7 6 0,0 0-3 0,0 0 9 16,0 0 1-16,-6-19-1 0,6 12 5 0,0-2-1 15,-2-3 4-15,-4-1-7 0,6-2 6 16,-6-4-1-16,3 4 9 0,-1-6 5 0,-2-1 13 15,6 0 7-15,0 5-1 0,-5-6 1 0,10 0 5 0,-5 4 2 16,0-2 2-16,1 4-2 0,5-2-9 0,-3-6-31 16,0 9-30-16,3-1 0 0,0 3 0 0,-4 0 0 15,4-1 0-15,0 7 0 0,-5-2 0 0,5 0 0 16,-6 5 0-16,6 0 0 0,-4-2 0 0,2 3 0 16,-2 0 0-16,-2 4 0 0,4-8 0 0,-4 8 0 15,0 0 0-15,0 0 0 0,0 0 0 0,0 0 0 16,14 11 0-16,-13-3 0 0,7 0 0 0,-2 1 0 15,-2 4 0-15,4 3 0 0,-2 0 0 0,-2 1 0 16,1-2 0-16,2 3 0 0,-1-2 0 0,-1 1 0 16,-2 0 0-16,2-2 0 0,-4-1 0 0,1-5 0 15,2 2 0-15,-2 5 0 0,1-8 0 0,-2-4 0 16,1 4 0-16,-1 0-13 0,-1-4-24 0,0 2-4 16,0-6 9-16,5 5 6 0,-5-5 10 0,1 4 0 15,-1-4 11-15,0 0-12 0,0 0 3 0,0 0 6 0,0 0 1 16,14-13 2-16,-8 7 0 0,-2-3-1 0,2-6 6 15,2 2-4-15,1-9-1 0,1-1 2 16,-2 0 1-16,-1-1-1 0,1-3-3 0,-2 4 3 16,1 2 12-16,-1 3-10 0,-4 2-1 0,1 1 2 0,3 2 3 15,-3 2 4-15,-3 3 6 0,4 2 9 16,-2-3 5-16,2 3 0 0,-1 1-2 0,-3 1-10 16,6-3 8-16,-6 7-18 0,0-6 5 0,0 6-13 0,0 0 4 15,0 0-2-15,8 14-1 0,-2-6 1 0,0 7-4 16,-2-1 9-16,5 8-5 0,-3 2 1 0,2-3 0 15,-2 1-5-15,-5 0 4 0,5 1-1 0,2 1-1 16,-3-4 4-16,2 3-7 0,-5 1 10 0,4-3-3 16,-6-2 2-16,4-1 6 0,-1 0-11 0,2-3-20 15,-4-2-19-15,4 3-26 0,-4-4-35 0,5 4-25 16,-4-7-37-16,4 0-39 0,-2-1-43 0,1 0-41 16,-1-1-33-16,4-2-34 0,-1-2-39 0,-1 2-39 15,6-5-41-15,-12 0-337 0,15 0-878 0,-4-1 388 16</inkml:trace>
          <inkml:trace contextRef="#ctx0" brushRef="#br0" timeOffset="-437.4005">-4225 202 275 0,'9'-2'347'0,"-9"2"-2"15,4-4-12-15,-4 4-6 0,2-6-11 0,-2 6-6 16,6-3-7-16,-6 3-13 0,1-5-12 0,-1 5-10 16,5-5-11-16,-5 5-15 0,1-5-15 0,5 1-16 15,-6 4-16-15,6-6-21 0,-4 1-13 0,-2 5-11 16,10-3-19-16,-8 0-14 0,-2 3-10 0,12-2-13 16,-12 2-11-16,15 4-6 0,-8-3-10 0,1 2-8 0,-1 2-9 15,4-4-5-15,-3 8-5 0,-4-4-7 0,4 0-1 16,-5 2-8-16,1 2-1 0,-2-2-3 15,4 3-6-15,-5-1-3 0,2 0-2 0,-3-1 3 16,-4 3-6-16,2-1 7 0,-2-3-7 0,1 4-1 0,-3-3-3 16,0 1 3-16,-2-2-1 0,-4 0 0 15,0-3 1-15,-2 1-2 0,1-1 2 0,1-3 2 16,1-1 1-16,-2 1 0 0,1-2 3 0,4 0 4 16,-4-3 16-16,0 0 2 0,5 1 9 0,1-6-5 0,0 4-2 15,4-4 2-15,1 0-8 0,1 3 1 0,1-5-12 16,-1 1-30-16,6-3-32 0,0 4-41 0,-3-2-49 15,8 1-45-15,-4 0-48 0,5 4-46 0,-4 1-59 16,5 2-63-16,1 1-40 0,-1 0-289 0,5 2-783 16,3 0 346-16</inkml:trace>
          <inkml:trace contextRef="#ctx0" brushRef="#br0" timeOffset="1204.0283">-2940 243 146 0,'6'-2'409'0,"-6"2"11"0,0 0-9 16,2-3-14-16,-2 3-23 0,0 0-20 0,10-2-13 15,-10 2-25-15,0 0-26 0,0 0-24 0,0 0-28 16,0 0-24-16,0 0-21 0,3-4-22 0,-3 4-17 16,0 0-19-16,0 0-14 0,0 0-14 0,0 0-7 15,0 0-12-15,0 0-9 0,3 11-11 0,-3-5-4 16,0 0-5-16,0-6-8 0,0 11-2 0,0-6-5 16,2 3-4-16,-2-8-6 0,0 9-4 0,0-1-4 0,1-5 5 15,-1 5-20-15,0-4-8 0,5 1-14 0,-4-1-4 16,-1 1 1-16,0-5-2 0,6 10-3 15,-3-8 1-15,-3-2-2 0,5 6 0 0,-5-6 4 16,7 2 0-16,-7-2-4 0,12-1 0 0,-12 1 3 0,14-1 5 16,-8-3-2-16,1 1 5 0,2-2-1 0,2-1 3 15,-2-2-1-15,-2 4 0 0,10-5 9 16,-8 2 1-16,-3 0 9 0,1-2 13 0,1 5 5 16,-2-5 3-16,0 5 11 0,0-3 0 0,2 2 0 0,-7-1 6 15,4 3 6-15,-5 3 0 0,7-5-3 0,-7 5-7 16,3-2-6-16,-3 2-8 0,9-3-1 0,-9 3-3 15,0 0-10-15,0 0 1 0,0 0-6 0,0 0-3 16,0 0 2-16,0 0 1 0,0 0-2 0,8 8-3 16,-8-3-1-16,1 3-1 0,-1-8-14 0,5 10-4 15,-4-6-7-15,4 3-6 0,-4-2-4 0,1 3-5 16,-2-4-4-16,4 1-6 0,-2 1-3 0,4-1-5 16,-6-2 8-16,0-3 2 0,6 6 5 0,-6-6 3 15,6 4 4-15,-6-4 4 0,0 0 5 0,7 3-1 16,-7-3 10-16,0 0-5 0,14-8 4 0,-10 3 0 15,-1 2 2-15,8-2-1 0,-2-6 4 0,3 7 3 16,-5-4-1-16,4-1-5 0,-4 4 22 0,4-4 10 16,-7 4 11-16,5-3 5 0,-3 5 8 0,2 0 3 15,3-1 4-15,-7 2-4 0,-4 2-8 0,8-8-4 16,-2 7-8-16,-6 1-4 0,0 0-3 0,0 0-1 16,15 9-4-16,-9-5-2 0,-3-2 0 0,1 6-5 15,-1 3-1-15,3-4 3 0,-3 0-4 0,0 3-1 16,2 1 3-16,-4-3-17 0,1 1-26 0,1-1-24 15,-2 1-33-15,4 0-30 0,-2-3-35 0,1 1-37 16,-2-2-37-16,2 2-39 0,-4 0-39 0,3-3-49 16,-3-4-40-16,8 4-246 0,-8-4-698 0,12-2 310 15</inkml:trace>
          <inkml:trace contextRef="#ctx0" brushRef="#br0" timeOffset="2063.0492">-2238 296 23 0,'0'0'325'0,"12"0"-6"0,-12 0-1 0,0 0-33 15,0 0-13-15,0 0-18 0,0 0-7 16,0 0-29-16,0 0-14 0,0 0-17 0,0 0-21 0,0 0 8 16,0 0-31-16,0 0-6 0,0 0-12 0,0 0-6 15,0 0-11-15,0 0-1 0,0 0-8 0,0 0-4 16,0 0-2-16,8 3-9 0,-8-3-4 15,7 1-5-15,-7-1-11 0,14 3 12 0,-7-3-18 0,-7 0-5 16,18 0-5-16,-9 0 5 0,-9 0 1 0,20-4 2 16,-7 1 2-16,-5-1-11 0,4 2 5 0,-6 0-2 15,3-3 5-15,-4 1 3 0,2-4-3 0,-1 5 0 16,0-3-1-16,-1 4 1 0,-2-4-5 0,-3-2-3 16,6 0-3-16,-6 6 0 0,0 2-5 0,-6-15-4 15,6 7-5-15,0 5-2 0,-6-5-6 0,4 4-3 16,-4 1 2-16,6 3-6 0,-13-6-5 0,8 4-2 15,5 2-3-15,-15-2 2 0,15 2-2 0,-20 2-2 16,13 0 3-16,-2 0 2 0,1 5 0 0,-1-3-4 16,2 4-1-16,-1-3 2 0,1 3-2 0,1 2 2 15,0-5-4-15,0 3 4 0,0 3 1 0,3-2-2 16,1 0 5-16,-1 1-5 0,2-3 0 0,2 4-1 16,-1-3 1-16,3 1 2 0,0-1 4 0,2 1-4 15,4-1-3-15,1 0-2 0,5 3 9 0,-1-3-4 16,5-3-1-16,1 1 1 0,4-3 0 0,2-1 3 0,1-2-4 15,-2-2-2-15,2 0 0 0,0-1 1 0,-1-5 0 16,-5 6 3-16,-3-5-3 0,-2-4 6 16,4 3 3-16,-2 0 1 0,3-5 10 0,-7 0 3 15,5-2 16-15,-4 0 23 0,-3 2-2 0,-1 5-2 0,-2-3-6 16,-2 3-9-16,1 1 1 0,-2-1-2 0,0 0-3 16,-5 5-7-16,5-2-6 0,-1 3 0 15,-4-4-10-15,-1 6-1 0,5-6-7 0,-5 6-2 16,0 0-4-16,0 0-1 0,3-5 2 0,-3 5-4 0,0 0-1 15,0 0 1-15,-9 19 1 0,4-14-5 0,5 3 6 16,-6 1-3-16,5-3 0 0,1-1 0 0,-2 6-4 16,-2-1-1-16,4-3-1 0,0 3 5 0,0-1-13 15,0-3 0-15,4 2-4 0,-4-1 1 0,2-1-2 16,-2 1-2-16,7-3-1 0,-7 3 4 0,5-5 1 16,-5-2-1-16,6 7 4 0,-3-6 0 0,-3-1 5 15,12 0 2-15,-5 3 0 0,-7-3 0 0,20-5 4 16,-11 1-5-16,0 1 0 0,-1-2 2 0,-1 0 3 15,2 0-3-15,0 0 2 0,-4 0 0 0,4 2 7 16,-2-2-2-16,-1 2 11 0,0-1 0 0,-1 0 5 16,-5 4 0-16,10-4-1 0,-10 4 4 0,3-3-7 15,-3 3-2-15,0 0-7 0,9-2 0 0,-9 2-3 16,0 0-1-16,0 0-1 0,0 0-1 0,0 0 0 16,0 0 7-16,9 9-8 0,-7-4-9 0,2 1-18 15,-2-1-23-15,4 2-24 0,1 2-24 0,-1 2-32 16,8-3-33-16,-8 1-24 0,6 2-27 0,3-5-27 15,-6 2-24-15,3-1-26 0,-6 1-26 0,9-5-31 16,3 1-19-16,-6-3-259 0,3-2-680 0,5-3 301 16</inkml:trace>
          <inkml:trace contextRef="#ctx0" brushRef="#br0" timeOffset="2578.5267">-1261 177 311 0,'0'0'337'0,"5"-11"28"0,-5 11 24 0,1-4 19 0,7-3 3 16,-2 5-16-16,4-5-18 0,1 5-25 0,2-4-27 15,7-1-25-15,1 1-32 0,-1-1-28 0,-1 3-26 16,7-3-20-16,1 7-21 0,-9-4-19 0,-3 2-32 15,4 0-60-15,7 1-55 0,-7 1-31 0,0 0-70 16,-1-1-70-16,-6 2-73 0,-3-1-89 0,1 0-69 16,-4 1-299-16,2 1-753 0,-8-2 333 0</inkml:trace>
          <inkml:trace contextRef="#ctx0" brushRef="#br0" timeOffset="2406.703">-1170-115 177 0,'-3'-5'380'0,"3"5"0"16,3-9 18-16,-3 9-12 0,3-9-9 16,-3 9-14-16,0-2-17 0,0 2-8 0,0 0-16 15,0 0-16-15,0 0-16 0,0 0-23 0,1-8-24 0,-1 8-21 16,0 0-18-16,0 0 10 0,0 0-12 0,0 0 0 16,-1 19-15-16,-2-11 0 0,3 1-13 15,-3 2-11-15,3-1-12 0,0 8-8 0,0-1-2 16,0-1-16-16,0-1-13 0,0 8-10 0,-3-1-5 0,0 4-12 15,3-2-9-15,0-1-8 0,0 2-5 0,0-3-4 16,3 0-13-16,-3-2 0 0,0 3-4 0,0-5 7 16,0 3-18-16,3-1-4 0,0-5-11 15,0-2-8-15,-3-5-30 0,0 3-19 0,0-2-39 0,0 2-31 16,0-5-34-16,0 1-39 0,1 1-32 0,-1-8-19 16,-1 7-22-16,1-7-22 0,1 5-35 0,-1-5-36 15,0 0-26-15,0 0-23 0,0 0-20 0,0 0-8 16,3-20-233-16,-3 11-715 0,-3-2 316 0</inkml:trace>
        </inkml:traceGroup>
        <inkml:traceGroup>
          <inkml:annotationXML>
            <emma:emma xmlns:emma="http://www.w3.org/2003/04/emma" version="1.0">
              <emma:interpretation id="{5FB90F49-2B0D-452A-8215-E8316B7B9C8F}" emma:medium="tactile" emma:mode="ink">
                <msink:context xmlns:msink="http://schemas.microsoft.com/ink/2010/main" type="inkWord" rotatedBoundingBox="10014,13234 10105,13240 10028,14429 9937,14423"/>
              </emma:interpretation>
            </emma:emma>
          </inkml:annotationXML>
          <inkml:trace contextRef="#ctx0" brushRef="#br0" timeOffset="-2876.1358">16 70 181 0,'0'0'282'0,"1"-9"-11"16,-1 2-12-16,0 0-15 0,0 7-13 0,5-8-7 16,-5 8-10-16,-2-10-8 0,2 6-15 0,0 4-11 15,2-6-11-15,-2 6-14 0,0 0-2 0,1-5-11 16,-1 5-9-16,0 0 3 0,0 0-9 0,0-11 5 16,0 11-4-16,0 0 2 0,0 0 3 0,0-5-9 15,0 5 2-15,0 0 5 0,0 0-13 0,0 0-8 16,0 0-10-16,0 0-9 0,0 0-9 0,0 0-13 15,0 0-7-15,0 0-10 0,0 0-5 0,0 0-8 16,8 21-1-16,-5-6-6 0,0-2-1 0,0 9-5 16,-3-1-3-16,1 7-4 0,2 9-5 0,0-1 3 15,-1 7-6-15,2-2-1 0,-4 4-3 0,0-1 2 16,-4 6-3-16,4 18-1 0,0-1 3 0,-6-1-4 16,7-17-2-16,2 3 7 0,-3-4-7 0,2-4-1 15,-2 2 2-15,1-2 0 0,-1-2-1 0,-3-8 0 16,3-3-1-16,-3-3-1 0,-1-1-3 0,1-5 5 15,1-4 0-15,2-2-1 0,0-2 2 0,-1-1-2 16,1-4 0-16,-3 0 2 0,6-6 2 0,-3 5-5 16,0 0 2-16,0-8-3 0,-3 6-10 0,3-6-18 15,0 0-30-15,0 6-34 0,0-6-41 0,0 0-44 16,0 0-26-16,0 0-27 0,0 0-40 0,-5-23-29 16,2 14-26-16,0-6-14 0,-3 5-210 0,-1-5-596 15,-2-3 265-15</inkml:trace>
        </inkml:traceGroup>
      </inkml:traceGroup>
    </inkml:traceGroup>
    <inkml:traceGroup>
      <inkml:annotationXML>
        <emma:emma xmlns:emma="http://www.w3.org/2003/04/emma" version="1.0">
          <emma:interpretation id="{E4A1AD8C-0D64-4BC0-86A1-4261012AA60E}" emma:medium="tactile" emma:mode="ink">
            <msink:context xmlns:msink="http://schemas.microsoft.com/ink/2010/main" type="paragraph" rotatedBoundingBox="5187,14062 10246,13971 10270,15292 5210,15383" alignmentLevel="1"/>
          </emma:interpretation>
        </emma:emma>
      </inkml:annotationXML>
      <inkml:traceGroup>
        <inkml:annotationXML>
          <emma:emma xmlns:emma="http://www.w3.org/2003/04/emma" version="1.0">
            <emma:interpretation id="{4C0EBB92-7446-4B08-8592-96B7C29FF48C}" emma:medium="tactile" emma:mode="ink">
              <msink:context xmlns:msink="http://schemas.microsoft.com/ink/2010/main" type="line" rotatedBoundingBox="5187,14062 10246,13971 10270,15292 5210,15383"/>
            </emma:interpretation>
          </emma:emma>
        </inkml:annotationXML>
        <inkml:traceGroup>
          <inkml:annotationXML>
            <emma:emma xmlns:emma="http://www.w3.org/2003/04/emma" version="1.0">
              <emma:interpretation id="{4BB6EAEF-8953-4A7A-A362-8D7C9B88424A}" emma:medium="tactile" emma:mode="ink">
                <msink:context xmlns:msink="http://schemas.microsoft.com/ink/2010/main" type="inkWord" rotatedBoundingBox="5187,14062 6045,14046 6069,15368 5210,15383"/>
              </emma:interpretation>
              <emma:one-of disjunction-type="recognition" id="oneOf1">
                <emma:interpretation id="interp1" emma:lang="" emma:confidence="1">
                  <emma:literal/>
                </emma:interpretation>
              </emma:one-of>
            </emma:emma>
          </inkml:annotationXML>
          <inkml:trace contextRef="#ctx0" brushRef="#br0" timeOffset="3719.5985">-4618 1212 99 0,'-12'-3'286'15,"12"3"-4"-15,-9-4-3 0,9 4-5 0,-6-6-2 16,6 6-6-16,-6-4 4 0,3 1 4 0,3 3-3 16,0 0 3-16,-4-6-6 0,4 6-2 0,-2-5-5 15,2 5-11-15,0 0-15 0,-3-9-13 0,3 9-12 16,0 0-20-16,9-8-20 0,-3 8-10 0,-6 0-17 15,11-3-14-15,-4 3-12 0,-7 0-13 0,18 0-11 16,-10 2-12-16,4-1-9 0,-5 2-6 0,1 2-9 16,4 3-4-16,-5-4-5 0,7 3-6 0,-6-3-7 15,4 6-2-15,-5-3-5 0,-1 5-5 0,0-1-1 16,0-1 2-16,0 2-11 0,-4 3 1 0,-4-5-5 16,-2 0 5-16,2 1-3 0,-4 1-6 0,-1 2 4 15,-5-4-4-15,-2 1-2 0,-1 0 3 0,-9-1 0 16,10 1 1-16,-7-6 2 0,2-1-4 0,-1 0-3 15,1 1-1-15,-1-1 7 0,2-6-4 0,2 0 2 16,1 2-2-16,1 0-1 0,4-5 5 0,-1 1 2 16,2 0 0-16,0 0 1 0,7-1 0 0,-1-6 3 0,6 1-5 15,-1-1 1-15,4-1-1 0,1-4 0 16,9-2-3-16,2 2-20 0,4-3-19 0,2 5-23 16,8-10-29-16,1 2-24 0,-6 6-23 0,9-4-24 15,-1 4-20-15,4 2-25 0,-11 1-17 0,16 2 0 0,-17 1 6 16,1 1 5-16,-1 0 5 0,-1-1 4 15,1 2 9-15,-7 1 8 0,-5 2 7 0,3-3 8 16,-3 3 10-16,1-1 15 0,-7-5 7 0,3 7 18 16,-4-4 13-16,-1-2 12 0,-1 3 11 0,-1-2 24 0,-2-6 20 15,-2 7 26-15,4-4 18 0,-5 4 20 0,0-3 19 16,-2-4 18-16,2 7 20 0,-3-3 20 0,2-1 34 16,-2 3 8-16,-2 1 22 0,5-1 26 0,0 0 26 15,-1-1 9-15,-2 2 14 0,3 1 6 0,-3 4 0 16,3 3-4-16,-6-7-6 0,6 7 1 0,0 0-28 15,0-5-17-15,0 5-14 0,0 0-2 0,0 0 17 16,0 0 7-16,-6 22 7 0,6-1 5 0,-3 6-10 16,-2 12-4-16,5 8-1 0,0-2-12 0,-6 6-10 15,6 20-124-15,0-20-55 0,-1 18 0 0,-4-16 0 16,10 16 0-16,-10-1 0 0,5-17 0 0,0 3 0 16,-1 11 0-16,1-13 0 0,-6-3 0 0,6 0 0 15,0 1 0-15,4-3 0 0,-4-6 0 0,0-1 0 16,0-4 0-16,2-9 0 0,-2 0 0 0,1-9 0 15,-1-2 0-15,5 2 0 0,-5-8 0 0,0 1 0 16,0-2-169-16,0-5-130 0,1 3-38 0,-1-7-41 16,0 8-35-16,0-8-41 0,0 0-39 0,0 0-26 15,0 0-337-15,0 0-925 0,0 0 410 0</inkml:trace>
          <inkml:trace contextRef="#ctx0" brushRef="#br0" timeOffset="3938.2622">-4376 1727 281 0,'0'-6'499'0,"0"6"38"15,3-4 23-15,-3 4-2 0,3-9-11 0,0 2-22 16,-1 3-30-16,4-3-37 0,-3 1-35 16,4 2-45-16,2-3-27 0,-1 2-31 0,1-2-43 15,5 0-29-15,-1 1-19 0,5 2-23 0,-3-5-36 0,5 3-57 16,-1-1-55-16,1-3-55 0,-1 6-62 0,1-3-59 15,5 3-61-15,2-4-78 0,-2 0-53 0,0 2-56 16,-5 3-51-16,5-3-53 0,4 3-374 16,-2-2-913-16,0 0 403 0</inkml:trace>
        </inkml:traceGroup>
        <inkml:traceGroup>
          <inkml:annotationXML>
            <emma:emma xmlns:emma="http://www.w3.org/2003/04/emma" version="1.0">
              <emma:interpretation id="{875C0C8C-C1D6-48E0-912B-44A9B72E9E83}" emma:medium="tactile" emma:mode="ink">
                <msink:context xmlns:msink="http://schemas.microsoft.com/ink/2010/main" type="inkWord" rotatedBoundingBox="6458,14331 9519,14276 9537,15287 6476,15342"/>
              </emma:interpretation>
              <emma:one-of disjunction-type="recognition" id="oneOf2">
                <emma:interpretation id="interp2" emma:lang="" emma:confidence="1">
                  <emma:literal/>
                </emma:interpretation>
              </emma:one-of>
            </emma:emma>
          </inkml:annotationXML>
          <inkml:trace contextRef="#ctx0" brushRef="#br0" timeOffset="5362.0102">-2747 1514 238 0,'9'-4'289'0,"4"-4"-14"0,-7 4-10 0,2 2-20 16,-2-7-7-16,1 4-12 0,1 2-14 0,-2-1-5 16,0 1-6-16,-6 3-13 0,7-6-19 0,-7 4-13 15,11 0-13-15,-11 2-7 0,3-4-16 0,-3 4-13 16,0 0-14-16,0 0-1 0,18 4-8 0,-17-1-16 16,-1-3-4-16,11 7-11 0,-10-2-6 0,4 1-9 15,-2 4 3-15,1-5-12 0,-4 4 4 0,0 0-8 16,0 0 1-16,-4 1-2 0,4 0 11 0,-2 3-18 0,1-4 0 15,-10-1-12-15,4 3 23 0,1-3-21 0,0 1 1 16,-2-3-3-16,1 1 3 0,-5-3 1 0,4 0 0 16,2-1-4-16,-6-3 4 0,12 0 4 0,-13 0 10 15,13 0 14-15,-14-5 5 0,8 0 5 0,5 0 8 16,1 5 18-16,0-11-12 0,0 4 6 0,1-1 3 16,4-1 3-16,2-2-1 0,-1-1-5 0,5 0-2 15,5 0 3-15,2-4-4 0,-4 7 0 0,-1 0-3 16,2-1-4-16,3 3 0 0,2 0-2 0,-5 0-2 15,4 2-2-15,-2 0-3 0,-6 5-6 0,4-1-6 16,-3 1-2-16,0 1-3 0,-3 2-5 0,4 3-3 16,-2 1 1-16,-4-3-4 0,5 7-4 0,-3-4-3 15,-4 2-1-15,4 3-1 0,-2 0-2 0,-4-1 2 16,2 1-2-16,-5 2 0 0,4-5-3 0,-2 0-4 16,-2 4 3-16,0 1 2 0,0-5-4 0,3 1 2 15,-3-6-2-15,3 9 5 0,-3-5 0 0,0-4-1 16,0-4 3-16,0 0 4 0,0 3-2 0,0-3-1 15,0 0 0-15,0 0 3 0,0 0-6 0,19-13-1 16,-13 11 4-16,2-7-7 0,-1 1 1 0,5-6-3 16,-4 4 1-16,5 1 6 0,-2 3 2 0,3-5 17 0,-5 1 9 15,4 4 5-15,2-2 9 0,-3 0 2 0,-1 2 6 16,-2 4 1-16,1-2-4 0,-2 3-3 16,1-1-12-16,-3-2 0 0,-6 4-9 0,15 0 1 15,-15 0-6-15,13 0-6 0,-4 4 1 0,-9-4-3 0,8 3-2 16,-1 2-7-16,-4 2 5 0,2 0-5 0,-1-1-2 15,-1-1-2-15,2-2-14 0,-2 4-24 0,3 0-31 16,0-3-29-16,-5 3-32 0,2-1-27 0,2-2-31 16,0 0-31-16,2-1-34 0,-7-3-22 0,8 4-27 15,-2-3-29-15,-6-1-26 0,18-8-22 0,-11 4-24 16,5-6-232-16,-4 3-679 0,4-10 301 0</inkml:trace>
          <inkml:trace contextRef="#ctx0" brushRef="#br0" timeOffset="6064.9681">-1915 1510 284 0,'-7'-3'298'0,"7"3"19"0,0 0 20 0,0 0 15 16,0 0 10-16,-3-4 7 0,3 4 9 0,0 0 2 16,0 0-4-16,0 0-19 0,0 0-26 0,0 0-27 15,0 0-25-15,10-6-29 0,-4 5-24 0,-6 1-17 16,17-3-29-16,-10 2-13 0,5 1-16 0,-1 0-13 16,3-2-18-16,2 2-12 0,1 0-12 0,2 0-12 15,-5-3-7-15,5 2-7 0,1 1-6 0,-5 1-5 16,3-2-7-16,-3 2-3 0,3-2-7 0,-3 2-4 15,0-2-5-15,-4 2-4 0,1 2-1 0,-3-3-1 16,1 3-4-16,-5-3-7 0,5 3 11 0,-10-3-14 16,12 1-5-16,-4 0-1 0,-5 3 1 0,-3-4-5 15,9 7 0-15,-6-2-3 0,-2 1 0 0,4-1-3 16,-1 2 4-16,-4-1-2 0,2 0-1 0,-2 2 2 16,0 0-2-16,0-1-2 0,1 1 13 0,-1-2-13 15,0 2-1-15,2 0 5 0,-4 0-23 0,2-1-20 16,0 1-29-16,2-1-23 0,-2-5-35 0,0-2-34 15,0 7-47-15,0-7-37 0,0 9-28 0,0-9-44 16,0 0-69-16,0 0-67 0,0 0-327 0,0 0-846 16,13-16 374-16</inkml:trace>
          <inkml:trace contextRef="#ctx0" brushRef="#br0" timeOffset="5705.6768">-1749 1082 254 0,'0'0'365'0,"1"-7"12"16,4 4 25-16,-5 3-9 0,0 0 7 0,6-6 2 16,-6 6-2-16,0 0-5 0,0 0-8 0,0 0-6 15,0-4-10-15,0 4-16 0,0 0-14 0,0 0-9 16,0 0-14-16,0 0-19 0,0 0-18 0,0 0-17 15,0 0-23-15,0 0-17 0,0 0-20 0,0 0-13 16,0 0-27-16,0 0-12 0,0 0-9 0,0 0-2 16,0 20-127-16,0-10-14 0,-5 5 0 0,5 3 0 0,0 2 0 15,0 7 0-15,0 2 0 0,0-1 0 16,-1 8 0-16,1-9 0 0,0 10 0 0,0-9 0 16,0 0 0-16,-5 10 0 0,4-12 0 0,1 0 0 15,0-1 0-15,-3 0 0 0,3-2 0 0,-3 0 0 0,3-6 0 16,0-4 0-16,0 2 0 0,0-4 0 0,-2-5 0 15,-2 5-23-15,2-3-288 0,2-3-40 16,0 1-31-16,0 0-13 0,-3-1-8 0,3-5-15 16,-6 6-35-16,6-6-18 0,0 0-10 0,0 0-270 0,-10-21-813 15,4 13 360-15</inkml:trace>
          <inkml:trace contextRef="#ctx0" brushRef="#br0" timeOffset="6236.8067">-1382 1312 180 0,'1'-5'420'0,"5"1"8"0,0 1-30 0,-6 3-42 16,6-7-38-16,-6 7-31 0,6-3-33 0,-6 3-45 16,0 0-65-16,0 0-44 0,0 0-59 0,0 0-46 15,0 0-54-15,8 16-50 0,-2-10-55 0,-5 0-44 0,5 1-45 16,-3 4-137-16,2-2-422 0,1 0 187 16</inkml:trace>
          <inkml:trace contextRef="#ctx0" brushRef="#br0" timeOffset="6799.1756">-1256 1438 95 0,'0'0'358'0,"3"0"11"15,-3 0 5-15,4-6-4 0,-4 6 1 16,5-5 3-16,-5 5-5 0,0 0-3 0,3-4-14 0,-3 4-19 16,1-6-27-16,-1 6-25 0,0 0-28 0,0 0-29 15,0 0-24-15,0 0-18 0,0 0-21 16,0 0-18-16,0 0-18 0,0 0-10 0,0 0-14 15,0 0-10-15,0 0 0 0,0 0-16 0,-13 17-9 0,10-13-3 16,-2 3-10-16,-1-3-2 0,-1 5-7 0,1-2-5 16,0 0-1-16,-3 3-4 0,1 4-5 0,2-5 1 15,-1 4-6-15,2-3-3 0,-2 1-1 0,2 4-11 16,2-2-8-16,2 4 2 0,-4-4-4 0,5-1 0 16,8 6-7-16,-4-9-7 0,2 7 3 0,2 0-1 15,5-4 0-15,7 1 4 0,1 2-4 0,0-6 4 16,6-1 9-16,3 1-9 0,0-7 1 0,3 0-1 15,8-2 5-15,4-2 5 0,-6-9-7 0,-1-4 1 16,5-5-5-16,4-2-5 0,1-1 3 0,-2 0 13 16,0-5 10-16,-6 0-3 0,-1-1 2 0,-6-3 6 15,-4 2 2-15,-1-4 3 0,-4 4 3 0,-1-7 4 16,-9 11-1-16,-7-1-4 0,2 2-3 0,-4 1-2 16,-1 0-6-16,-2 3-1 0,-4 2 1 0,-4 2 0 15,3 1-4-15,-1 5-1 0,-7-1-3 0,4 3-2 16,1 3 0-16,-3-3-3 0,2 6-4 0,-5 2 6 15,5-2-3-15,-7 3-2 0,-1 5 5 0,3 6-4 16,-1-4 0-16,-1 9 3 0,1-4 5 0,-1 8-7 16,2 1 3-16,2-5 0 0,-2 9 2 0,0 0-2 15,3 2-1-15,-2-4-1 0,4 5 0 0,-1-2 6 0,1 0-4 16,1-3 1-16,-2 0-2 0,4 1 2 0,-3-1 3 16,6-4-2-16,1 4-29 0,-5-1-23 15,5 1-29-15,5-4-43 0,1-3-39 0,0-3-40 16,-3 4-47-16,3-6-40 0,0 4-51 0,-1-6-50 0,2-5-43 15,2 4-305-15,-3-8-796 0,6 5 352 0</inkml:trace>
          <inkml:trace contextRef="#ctx0" brushRef="#br0" timeOffset="4641.2537">-3528 1498 118 0,'6'-16'457'0,"0"3"23"0,2-2 11 0,2-3-11 16,-2 4-12-16,2-2-26 0,8-3-23 16,-3 6-22-16,2 1-19 0,4-2-21 0,2 4-24 0,4-3-23 15,-2 3-36-15,7 2-19 0,-4-2-22 0,-1 5-27 16,5 0-13-16,-3 5-22 0,1-2-11 0,-3 6-25 16,-3-4-7-16,3 4-12 0,-2 3-27 0,-5-1-1 15,-5-2-10-15,3 3-11 0,-5 1-6 0,6 1-4 16,-10-5-11-16,-2 8 3 0,4-3-15 0,-5 4-1 15,-3 2-3-15,-3 2 0 0,0 1-11 0,0-2-3 16,-8 1 6-16,2-1-8 0,-1-4 0 0,-8 10 14 16,3-6-19-16,-8 0 1 0,0 0-18 0,-2-5-16 15,-2 6-17-15,3-4-20 0,0 1-28 0,-5-5-32 16,8 2-33-16,3-6-31 0,2 2-36 0,4-2-42 16,-2-2-36-16,4 3-33 0,0-3-51 0,4 1-58 15,3-4-48-15,0 0-292 0,0 0-846 0,0 0 375 16</inkml:trace>
          <inkml:trace contextRef="#ctx0" brushRef="#br0" timeOffset="4297.599">-3260 1432 401 0,'6'-5'511'0,"-6"-4"21"0,4 4 6 0,-2 2-8 16,-1-5-7-16,4 1 1 0,-4 2-25 0,-1 5-10 16,5-7-22-16,-5 7-24 0,3-4-30 0,-3 4-33 15,0 0-36-15,0 0-28 0,0-8-29 0,0 8-28 16,0 0-29-16,0 0-20 0,0 0-14 0,0 0-97 15,-2 27-99-15,4-14 0 0,-2 10 0 0,-2-2 0 16,1 6 0-16,-4-2 0 0,5 3 0 0,-1 8 0 16,-4-6 0-16,5 6 0 0,-1-5 0 0,-5 9 0 15,6-3 0-15,-6-3 0 0,6 4 0 0,-2-9 0 16,1-1 0-16,-4-2 0 0,5 2 0 0,-1-3 0 16,1-1 0-16,0-4 0 0,0 5 0 0,-5-10 0 15,5 1 0-15,0-4 0 0,-1-3-172 0,-4 2-134 16,5-5-41-16,-1-2-34 0,1-4-38 0,-6 6-45 15,6-6-42-15,0 0-40 0,-8 0-296 0,8 0-912 16,-7-9 403-16</inkml:trace>
        </inkml:traceGroup>
        <inkml:traceGroup>
          <inkml:annotationXML>
            <emma:emma xmlns:emma="http://www.w3.org/2003/04/emma" version="1.0">
              <emma:interpretation id="{1E8BE6D9-8529-4F51-9DB4-573A9B98AB27}" emma:medium="tactile" emma:mode="ink">
                <msink:context xmlns:msink="http://schemas.microsoft.com/ink/2010/main" type="inkWord" rotatedBoundingBox="9500,14651 9885,14644 9889,14879 9504,14886"/>
              </emma:interpretation>
              <emma:one-of disjunction-type="recognition" id="oneOf3">
                <emma:interpretation id="interp3" emma:lang="" emma:confidence="0.5">
                  <emma:literal>e</emma:literal>
                </emma:interpretation>
                <emma:interpretation id="interp4" emma:lang="" emma:confidence="0">
                  <emma:literal>l</emma:literal>
                </emma:interpretation>
                <emma:interpretation id="interp5" emma:lang="" emma:confidence="0">
                  <emma:literal>a</emma:literal>
                </emma:interpretation>
                <emma:interpretation id="interp6" emma:lang="" emma:confidence="0">
                  <emma:literal>en</emma:literal>
                </emma:interpretation>
                <emma:interpretation id="interp7" emma:lang="" emma:confidence="0">
                  <emma:literal>eh</emma:literal>
                </emma:interpretation>
              </emma:one-of>
            </emma:emma>
          </inkml:annotationXML>
          <inkml:trace contextRef="#ctx0" brushRef="#br0" timeOffset="7346.0265">-491 1554 175 0,'0'0'318'0,"0"0"-20"0,0 0-28 0,0 0-24 16,0 0-27-16,0 0-12 0,0 0-12 0,0 0-6 15,0 0-17-15,0 0-5 0,0 0-7 0,0 0-5 16,0 0-11-16,0 0-3 0,0 0-6 0,0 0-2 16,0 0-11-16,0 0-6 0,0 0 5 0,0 0-4 15,0 0 5-15,0 0-2 0,0 0-1 0,0 0-6 16,0 0-3-16,0 0 5 0,0 0-8 0,0 6-5 15,0-6-13-15,0 0-10 0,0 0-1 0,14 1-10 16,-14-1-10-16,12 2-5 0,-6-2-4 0,6 0-5 16,-12 0-5-16,15 0-2 0,-3-3-5 0,-3 1-1 15,3-2-5-15,1-1-6 0,1 1 3 0,-2-2-1 16,-3 4 0-16,3-3-4 0,-5-2-1 0,4 0-1 16,-4 0 4-16,-1 1-3 0,-1-1 4 0,4-1-7 15,-7 0 0-15,4 1 0 0,-3 1 0 0,0-1-2 16,-3 0-1-16,0-1-2 0,0 8-2 0,0-9 2 15,0 5-4-15,0 4-3 0,-3-11-1 0,1 6-2 16,2 5-1-16,-3-5 2 0,3 5 0 0,0 0-3 16,-15-2 3-16,15 2-3 0,-14 2 4 0,5 3-6 15,0 3 1-15,-1-4 1 0,-2 4 2 0,4 0-1 16,-5 1 2-16,-1 0-2 0,5 1 3 0,-1-2 0 16,2 6 4-16,2-3-6 0,-1 2 3 0,1-7 2 15,4 5 1-15,-4-3 1 0,6 1 1 0,-1 0 2 16,2 0 1-16,1 0-3 0,4 1 1 0,0 0 1 15,6-2 2-15,-3 3-3 0,9-2-1 0,-3-5-12 16,4 0-19-16,-1 4-30 0,11-7-25 0,-8-2-40 16,5 1-25-16,-1-5-31 0,-2 2-29 0,-2 2-41 15,-3 0-50-15,1-3-44 0,-4 1-54 0,-1-3-224 16,-1 0-667-16,-1-1 296 0</inkml:trace>
        </inkml:traceGroup>
        <inkml:traceGroup>
          <inkml:annotationXML>
            <emma:emma xmlns:emma="http://www.w3.org/2003/04/emma" version="1.0">
              <emma:interpretation id="{E684E44B-D5A9-4AF9-B114-E31416887B41}" emma:medium="tactile" emma:mode="ink">
                <msink:context xmlns:msink="http://schemas.microsoft.com/ink/2010/main" type="inkWord" rotatedBoundingBox="9751,14112 10248,14103 10253,14377 9755,14386"/>
              </emma:interpretation>
              <emma:one-of disjunction-type="recognition" id="oneOf4">
                <emma:interpretation id="interp8" emma:lang="" emma:confidence="1">
                  <emma:literal/>
                </emma:interpretation>
              </emma:one-of>
            </emma:emma>
          </inkml:annotationXML>
          <inkml:trace contextRef="#ctx0" brushRef="#br0" timeOffset="-2453.775">-237 878 250 0,'-6'-3'251'0,"6"3"-2"0,0 0-11 0,0 0-7 16,0 0-7-16,0 0-1 0,0 0-6 0,0 0-1 15,0 0 1-15,0 0-11 0,0 0-20 0,12 22-2 16,-9-18-14-16,2 3-11 0,1 2-5 0,0-3-24 15,1 2-12-15,5 6-5 0,-4-5-18 0,-1 3-7 16,5-4-12-16,-4 5-1 0,4-5-9 0,1 3-9 16,1-2-3-16,-1-1-10 0,1 2 1 0,-1-2-10 15,13 2 9-15,-8-1 9 0,-1-3 11 0,1-3 2 16,-3 2-2-16,3-2 10 0,1-1 9 0,-1-2-2 16,0 3-1-16,0-6 4 0,-3-1 16 0,-1 1 9 15,0-3 7-15,-1 0 8 0,1-5 8 0,-8 6 12 16,6-3 3-16,-3-2 1 0,3-1-1 0,-6 1 0 15,-5 0 0-15,7 2 3 0,-2-2-14 0,-6 3 5 16,6-1-7-16,0 0-6 0,-5 0 1 0,1 7-11 16,1-4-16-16,-3 5-13 0,1-11-8 0,-1 11-13 15,0-4-14-15,0 4-17 0,0 0 3 0,0 0-7 16,0 0-3-16,0 0 4 0,-13 15-10 0,7-9 3 16,-2 3-4-16,-4 7-9 0,5 0-21 0,-1-4-28 15,-5 7-26-15,-1-4-31 0,-4 1-32 0,6 1-44 0,3-6-54 16,-3 2-58-16,1-1-84 0,1-1-71 15,-2 0-105-15,1-3-426 0,1-1-1045 0,4-2 464 16</inkml:trace>
        </inkml:traceGroup>
      </inkml:traceGroup>
    </inkml:traceGroup>
  </inkml:traceGroup>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7T08:49:09.060"/>
    </inkml:context>
    <inkml:brush xml:id="br0">
      <inkml:brushProperty name="width" value="0.08333" units="cm"/>
      <inkml:brushProperty name="height" value="0.08333" units="cm"/>
      <inkml:brushProperty name="fitToCurve" value="1"/>
    </inkml:brush>
  </inkml:definitions>
  <inkml:traceGroup>
    <inkml:annotationXML>
      <emma:emma xmlns:emma="http://www.w3.org/2003/04/emma" version="1.0">
        <emma:interpretation id="{2524B1B3-F80A-45AD-8B0C-8B3E738DBB00}" emma:medium="tactile" emma:mode="ink">
          <msink:context xmlns:msink="http://schemas.microsoft.com/ink/2010/main" type="inkDrawing" rotatedBoundingBox="21649,11742 21759,14502 21059,14530 20949,11770" semanticType="callout" shapeName="Other">
            <msink:sourceLink direction="to" ref="{BF7EFE2B-A090-4613-A33B-E45CB5B66C46}"/>
            <msink:sourceLink direction="from" ref="{5DF0AAA4-91AB-45AA-AC2A-169F51B272B3}"/>
          </msink:context>
        </emma:interpretation>
      </emma:emma>
    </inkml:annotationXML>
    <inkml:trace contextRef="#ctx0" brushRef="#br0">376 2759 31 0,'0'0'126'0,"0"0"-2"0,0 0-2 0,0 0-7 15,0 0 9-15,0 0-6 0,0 0-3 0,0 0 1 16,0 0-2-16,0 0-3 0,0 0-5 0,0 0-2 15,0 0-1-15,0 0-4 0,0 0 1 0,0 0 3 16,-6-19 3-16,6 10-3 0,-1 2 8 0,-1-3-3 16,2 1 1-16,-1-3 0 0,1 1-2 0,-5-3 4 15,4-4 2-15,-2 5-2 0,-1-4 0 0,3 0 8 16,-5 2-6-16,3-3-4 0,1 0-7 0,-1 3-1 16,-3-2-2-16,2 0 0 0,4-1-7 0,-3-1 5 15,3 2-13-15,-3-7-4 0,1-4 1 0,-4 5 2 16,6-2 0-16,0 0 0 0,-1 1 4 0,1-4-6 15,-5-7-3-15,10 3-1 0,-10 6 4 0,5-2-5 16,0 1 1-16,-3-2-10 0,5 1-2 0,-7 1-2 16,5-2-7-16,3 3-1 0,-3 0 2 0,3-4-4 15,-3 3 1-15,0 1 0 0,5-1 0 0,-4-1-2 16,-1 0 0-16,5 0-5 0,-4 0-2 0,-1 0-2 16,0-3-2-16,0 2-4 0,2-9-2 0,1 1-2 15,-2 1 0-15,-1-2-3 0,2 10 2 0,-2-7 1 16,0 7-4-16,0 0 0 0,0-8-1 0,-2 9-4 15,-2-3 1-15,2 1 0 0,4 1 1 0,-4 0 1 16,-4 0 3-16,6 0 2 0,0 0 0 0,-1 0-3 0,1 4 2 16,-5-6-8-16,5 2 4 0,0 3-2 0,-1-2-1 15,1-1-2-15,-5 2 1 0,2-2-1 16,-1 0-2-16,2-4-1 0,-2 4 6 0,4-7-6 16,-3-1-3-16,-2 11 1 0,4-3 5 0,-4 1-1 0,5-1 0 15,-1 0-4-15,1-11 6 0,0 11-7 0,0 0-1 16,-6-8-3-16,6 9 1 0,-6 0-2 0,10-1-4 15,-4 0 1-15,-4-1 0 0,4 1 1 16,-6 1-5-16,4 3-1 0,2 1 0 0,-1-1 4 0,-4 5-2 16,4 3 1-16,1-3-2 0,1 2 0 0,-7 4 0 15,6-3 2-15,0 5 0 0,0-1-2 0,5 4-2 16,-10 2-2-16,5-1 5 0,0 0-2 0,0 2 1 16,0 5-3-16,0-7 4 0,-1 3-4 0,1 4-3 15,0 0 4-15,1-8-5 0,-1 8 4 0,0-5-3 16,0 5 0-16,0 0 5 0,0 0-8 0,0 0-1 15,0 0-2-15,0 0 2 0,0 0-2 0,-6-4 4 16,6 4-5-16,0 0 9 0,0 0-9 0,0 0 4 16,0 0 1-16,-3 12 2 0,-1-7 2 0,4 3-4 15,-8 0 1-15,8 1-1 0,-6 4 2 0,0 0-3 16,2 2 3-16,-2 3-1 0,-3-2 3 0,7-1-1 16,-10 2-3-16,5 7-1 0,-4-3 1 0,1 0 1 15,4-4 0-15,-5 5 5 0,2-5 2 0,0 3-5 16,-3 0-1-16,4-4 2 0,-1 3-2 0,-1 1 0 0,1-5 0 15,0-1 1-15,1 2-2 0,1-5 3 0,4 4-1 16,-2-7 5-16,-1-3-1 0,0 2-2 0,3 1-3 16,-1-5 5-16,2 2-4 0,-2-1 3 15,4-4 3-15,-2 5 3 0,2-5-6 0,-6 6 6 0,6-6 1 16,0 0-2-16,0 5 3 0,0-5-1 0,0 0 1 16,0 0-1-16,0 0 2 0,0 0-1 15,6-20-2-15,-1 12 0 0,2-7-5 0,-1 2 3 16,2-3-1-16,-1 3 6 0,7-8-3 0,-2 1-2 0,1 3-3 15,2-3 0-15,-1 8 0 0,4-7-1 0,-4 4 2 16,-1 2 1-16,4-1-2 0,-4 3-2 0,-1 0-5 16,-4 0 6-16,4 2 2 0,-5-1 4 0,5 4-1 15,-4-1 1-15,-1 2 12 0,-1 3-12 0,2-2-6 16,2 3 4-16,-1 1 1 0,3 1-6 0,-12-1 5 16,21 10-4-16,-3 0 4 0,-3 0-6 0,1 1 6 15,5 3-5-15,-2 2 4 0,1 3-1 0,-1 1-4 16,1-4-2-16,-2 4 2 0,1 3 1 0,-2-5 0 15,2 0-2-15,-5 0-2 0,-1-3 8 0,-7-1-9 16,8 0-5-16,-6 0-3 0,4-2 0 0,-5 0-4 0,5-1-4 16,-6-5-5-16,2 2-6 0,-1-2-12 0,-1-1-8 15,0 0-8-15,2-1-19 0,-2 4-18 16,0-5-28-16,-3-1-31 0,1 3-48 0,-4-5-36 16,8 4-42-16,-7 0-53 0,-1-4-74 0,6 6-59 0,-6-6-289 15,8 4-818-15,-8-4 362 0</inkml:trace>
  </inkml:traceGroup>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6-09-17T08:49:11.325"/>
    </inkml:context>
    <inkml:brush xml:id="br0">
      <inkml:brushProperty name="width" value="0.08333" units="cm"/>
      <inkml:brushProperty name="height" value="0.08333" units="cm"/>
      <inkml:brushProperty name="fitToCurve" value="1"/>
    </inkml:brush>
  </inkml:definitions>
  <inkml:traceGroup>
    <inkml:annotationXML>
      <emma:emma xmlns:emma="http://www.w3.org/2003/04/emma" version="1.0">
        <emma:interpretation id="{6EE451BF-1786-43EF-8E21-EC3089706115}" emma:medium="tactile" emma:mode="ink">
          <msink:context xmlns:msink="http://schemas.microsoft.com/ink/2010/main" type="writingRegion" rotatedBoundingBox="22150,11668 26688,12436 26236,15103 21698,14335"/>
        </emma:interpretation>
      </emma:emma>
    </inkml:annotationXML>
    <inkml:traceGroup>
      <inkml:annotationXML>
        <emma:emma xmlns:emma="http://www.w3.org/2003/04/emma" version="1.0">
          <emma:interpretation id="{A219B822-BA2A-41CA-AA71-F3D068EBED7E}" emma:medium="tactile" emma:mode="ink">
            <msink:context xmlns:msink="http://schemas.microsoft.com/ink/2010/main" type="paragraph" rotatedBoundingBox="22183,12076 26607,12379 26526,13557 22102,13255" alignmentLevel="1"/>
          </emma:interpretation>
        </emma:emma>
      </inkml:annotationXML>
      <inkml:traceGroup>
        <inkml:annotationXML>
          <emma:emma xmlns:emma="http://www.w3.org/2003/04/emma" version="1.0">
            <emma:interpretation id="{7A92A9EF-0846-40DD-9821-D1CE161156CC}" emma:medium="tactile" emma:mode="ink">
              <msink:context xmlns:msink="http://schemas.microsoft.com/ink/2010/main" type="line" rotatedBoundingBox="22183,12076 26607,12379 26526,13557 22102,13255"/>
            </emma:interpretation>
          </emma:emma>
        </inkml:annotationXML>
        <inkml:traceGroup>
          <inkml:annotationXML>
            <emma:emma xmlns:emma="http://www.w3.org/2003/04/emma" version="1.0">
              <emma:interpretation id="{BF7EFE2B-A090-4613-A33B-E45CB5B66C46}" emma:medium="tactile" emma:mode="ink">
                <msink:context xmlns:msink="http://schemas.microsoft.com/ink/2010/main" type="inkWord" rotatedBoundingBox="22181,12104 25225,12312 25168,13133 22125,12925">
                  <msink:destinationLink direction="to" ref="{2524B1B3-F80A-45AD-8B0C-8B3E738DBB00}"/>
                </msink:context>
              </emma:interpretation>
              <emma:one-of disjunction-type="recognition" id="oneOf0">
                <emma:interpretation id="interp0" emma:lang="" emma:confidence="1">
                  <emma:literal/>
                </emma:interpretation>
              </emma:one-of>
            </emma:emma>
          </inkml:annotationXML>
          <inkml:trace contextRef="#ctx0" brushRef="#br0">725 515 36 0,'0'0'351'16,"0"0"2"-16,25-9-18 0,-19 6-4 0,-6 3-11 15,14-5-8-15,-8 1-8 0,2 4-13 0,-2-1-16 16,-6 1-22-16,13-1-25 0,-7-2-17 0,-6 3-22 15,15 4-21-15,-7 1-17 0,-1 0-14 0,2 5-12 16,2 1-13-16,-4-1-10 0,5 4-12 0,-4 3-14 0,1-5-12 16,-2 4-3-16,2-1-3 0,-1-1-3 0,-2 1-9 15,0 3-8-15,-5-1-2 0,5-4-3 0,-4-1-8 16,-2 1 1-16,4-2-4 0,-4-4-5 16,-4 4 1-16,4-4-2 0,0-4-5 0,-2 4-6 0,2-1 7 15,0-6-6-15,-3 6-5 0,3-6 6 0,-3 6 6 16,3-6 2-16,0 0 1 0,0 0 4 0,0 0 20 15,0 0 12-15,0-18 16 0,0 9 3 0,6 0 0 16,2-6-5-16,-2 2-7 0,6-9-2 0,-5 8-5 16,7-1-4-16,-2-7-6 0,-3 7-3 0,3 2-5 15,0 1 0-15,-3 0-5 0,2 0-9 0,-5 4-6 16,1 1-23-16,-1 1-39 0,-1 2-34 0,1-3-52 16,0 5-53-16,1 0-50 0,-7 2-38 0,11 0-35 15,-11 0-35-15,12 6-28 0,-5-1-30 0,-4 3-225 16,2-2-679-16,-2 3 300 0</inkml:trace>
          <inkml:trace contextRef="#ctx0" brushRef="#br0" timeOffset="468.7058">1107 693 235 0,'6'-2'315'0,"-6"2"-1"15,7-3-29-15,-7 3-16 0,0 0-20 0,0 0-14 0,9-2-19 16,-9 2-17-16,0 0-26 0,0 0-11 16,5-3-20-16,-5 3-16 0,0 0-13 0,0 0-9 15,0 0-9-15,0 0-9 0,0 0-12 0,0 0 0 16,0 0-4-16,0 0-2 0,15 3-10 0,-15-3-2 0,4 2-8 16,-4-2-2-16,11 3-1 0,-5-1-3 0,-6-2 0 15,16 2-11-15,-16-2 4 0,14-7 3 16,-6 7-8-16,1-2-5 0,1-1 4 0,2-4 1 15,-6 3-2-15,2-3-7 0,-1 2 5 0,1 2 4 0,-2-2-4 16,0-6 0-16,0 3 10 0,-6 4-2 0,6-7-4 16,-5 2 4-16,4 4-9 0,-5-5 1 0,0 10 0 15,0-9-2-15,0 0-6 0,0 2-2 16,-5 0 2-16,-1 2-10 0,5 0 1 0,1 5 7 0,-6-7-11 16,4 3-3-16,2 4 4 0,-12-3-2 0,12 3 5 15,-13 0-9-15,13 0 4 0,-17 5 0 0,11 0-3 16,2-4 1-16,-2 4 2 0,-2-1 4 0,2 5-3 15,0-3 3-15,0 1-1 0,-2 1-5 0,2-3 0 16,3 6 3-16,-1-6-2 0,1 7-2 0,0 0 7 16,3-4-32-16,6 0-24 0,-3 4-27 0,7 3-28 15,4 2-31-15,-3-2-23 0,5 1-30 0,2-2-27 16,3-1-26-16,-1-7-34 0,1 3-17 0,4-1-206 16,1-6-538-16,1-2 238 0</inkml:trace>
          <inkml:trace contextRef="#ctx0" brushRef="#br0" timeOffset="1111.6498">1564 604 169 0,'0'0'260'0,"3"-11"-1"0,-3 11 5 0,0 0-6 16,-6-3-1-16,6 3-4 0,0 0 3 0,0 0 7 16,0 0-9-16,0 0-4 0,0 0-10 0,0 0-11 15,0 0-22-15,0 0-8 0,0 0-25 0,0 0-17 16,0 0-17-16,0 0-14 0,0 0-14 0,0 0-10 0,0 0-7 15,0 0-10-15,0 0-6 0,0 0-12 0,0 0-2 16,-11 14-8-16,8-10-7 0,-3 1 0 16,5 0-10-16,-5 2-9 0,6 1 2 0,-6-1-4 15,0 2-4-15,4-1 1 0,-4 0-4 0,0 4 1 0,3-3-6 16,-1 2 4-16,1-5-3 0,0 5-2 0,1-4-2 16,1 2-2-16,7 0 0 0,-9-4 3 0,9 3-2 15,-6 3-10-15,4-4-3 0,5 2-1 16,-3-4-1-16,0 5-2 0,5-2-1 0,2-2 0 0,4 1 6 15,-2-3-5-15,3 0-3 0,1-1 1 0,-4-3 7 16,5-3-2-16,0 3 2 0,4-4-3 0,3-3-1 16,1-2 8-16,11-4 7 0,-12 2 21 0,12-5 6 15,-14 4 1-15,0-4-2 0,2 0 6 0,5-12 13 16,-5-2 10-16,-2 2-4 0,-5 7 4 0,-1-14-8 16,-4 1-3-16,-1-3 2 0,-5 9 7 0,-1-8 6 15,1 1 5-15,-6 7 0 0,-3 1 3 0,0 2 6 16,0 0 6-16,-3 3-8 0,0 6-9 0,0 0-4 15,-2 1-5-15,3 6-6 0,1-1-9 0,-2 0 1 16,1 3-9-16,1 4-5 0,-2-5-7 0,3 8-6 16,-2-9-6-16,2 9 3 0,0 0 4 0,0 0-5 15,0 0-5-15,0 0 1 0,-15 20 0 0,9-5-5 16,2-2 4-16,1 6-2 0,-2 7-1 0,4-1-3 16,-1 1-4-16,2 10 4 0,-3-6-4 0,3 6 5 0,-1 6 0 15,1-4-9-15,-2-3 7 0,2 3-3 16,0-9 4-16,-1-1-1 0,1 6-3 0,0-6-3 15,0-4 3-15,0-5 1 0,0-1-1 0,1-2-2 16,-2-2-6-16,1 0-19 0,1-3-21 0,-2-5-31 0,2 3-28 16,-2-4-28-16,1 3-22 0,0-4-23 0,0-4-25 15,1 7-69-15,-1-7-45 0,0 0-21 16,0 0-25-16,0 0-13 0,15-16-13 0,-13 10-9 16,-2 0 14-16,0-4-228 0,0 0-658 0,0-2 291 0</inkml:trace>
          <inkml:trace contextRef="#ctx0" brushRef="#br0" timeOffset="-577.9564">209 302 244 0,'6'-5'332'0,"-6"5"-9"0,9-4-6 15,-3 2-1-15,-6 2-18 0,6-3-1 0,-6 3 3 16,8-5-16-16,-8 5-11 0,6-8-11 0,-2 8-12 15,-4 0-9-15,2-6-11 0,-2 6-10 0,7-4-4 16,-7 4-4-16,0 0-5 0,6-4-7 0,-6 4-2 16,0 0-7-16,2-4-4 0,-2 4-10 0,0 0-8 15,0 0-8-15,0 0-13 0,0 0-13 0,0 0-11 16,0 0-12-16,0 0-16 0,0 0-14 0,0 0-9 16,0 0-8-16,0 0-4 0,3 15-12 0,-3-5 0 15,0 3-8-15,-3 2-6 0,1 2-2 0,-4 3-6 16,-3 8 1-16,5-1-4 0,-8-3-5 0,4 1-11 0,-2 2 10 15,-2 0-3-15,1-3 1 0,-8 7-7 0,5-6 3 16,1-2-3-16,2 0-3 0,-1-2-28 16,-1-8-7-16,2 8-11 0,1-5-5 0,-3-2-6 0,1 0-13 15,5-2-4-15,1-2-3 0,-2-3 4 0,2 1-4 16,0-1 7-16,5-5 6 0,-5 5 3 0,4-3 8 16,-2 0 3-16,-2 0 8 0,6-4 5 0,0 0 3 15,0 0 4-15,0 0 5 0,-14-15 2 0,14 9 3 16,-1-2 2-16,1-2 1 0,0-6 2 0,-3 4 0 15,6-2 2-15,-3 0 1 0,6 0 4 0,-5 4 6 16,2-6 7-16,0 10 7 0,-1-4 6 0,2-3 5 16,-2 3 0-16,4 3 2 0,-5 2-3 0,5 1 0 15,0 3-8-15,0-2-3 0,-6 3 0 0,0 0-5 16,20 4 0-16,-13-4-2 0,4 7-4 0,0-1 0 16,-4 1 2-16,-1 1-4 0,2 0 0 0,2 6 5 15,-2-9-7-15,2 9 0 0,-1-5-2 0,0-1 5 16,-3 1-1-16,5 1-2 0,-2-1 1 0,-2-1 1 15,2-4-1-15,2 0 3 0,-4 1-2 0,5-3 3 16,2-2 1-16,-1 0-3 0,-2 0 4 0,5-2-1 16,-2 0 6-16,0-5 9 0,4-1 2 0,-5 1 0 15,1-7 6-15,4-5-5 0,-5 3 10 0,2-5 3 16,-1-5-5-16,-1-9-2 0,2 2-4 0,-3-4 0 0,-1-1-3 16,-1-5-3-16,-5 3 1 0,2-3-6 0,-2 2-25 15,-8 1 0-15,3 3 1 0,-3 1-1 0,3 8 4 16,-5 0-3-16,-2 3 2 0,-1 2 2 15,4 7 0-15,-2-1 1 0,1 2 0 0,-1 2-2 0,0 4-5 16,5 0-1-16,-5 1 6 0,1 4-3 0,-2 2 2 16,1 0-2-16,6 2 0 0,0 0 7 0,-23 8-8 15,11 1 4-15,0 2 2 0,0 3-3 0,3 0 3 16,-4 7 2-16,1-2-2 0,-7 4 2 0,6 0-6 16,5 2 0-16,-2-4-1 0,1 2-2 0,1 1-7 15,5 0 3-15,0-1-2 0,3-1-1 0,0-5-5 16,-1 8-3-16,-1-1 1 0,8-5 0 0,0 6 4 15,-3-11 1-15,11 11 1 0,-7-6 4 0,7 0 0 16,-2 2 0-16,3-3 1 0,5 2-1 0,-7-10 2 16,5 1 3-16,0 5 0 0,-1-8 3 0,2-4-2 15,-1 4 5-15,2-4-3 0,-2 0 5 0,-2-3-3 16,-1 1-1-16,1-5 3 0,-3 2 1 0,1 1 7 16,-2-3-6-16,-2 2 2 0,1-6-3 0,1 5 1 15,-6-3 3-15,1 4 0 0,-1-6 0 0,0 5 0 16,-1-2 2-16,-5 4 5 0,9-4-3 0,-8 1 1 15,-1 3-3-15,0 0 1 0,0 0-2 0,12-2 1 16,-12 2-1-16,0 0-4 0,0 0 3 0,2-4-3 16,-2 4-4-16,0 0-4 0,0 0 0 0,0 0 2 0,0 0 3 15,4 19-1-15,-4-8 0 0,0 4 5 16,0-5-5-16,0 5 4 0,0 2-1 0,0-7 0 16,2 2 4-16,-2 0-4 0,0 0 5 0,-2-1-8 15,2 1 2-15,0-4 2 0,-4 3-4 0,8-2 5 0,-2-3-7 16,-2 3-17-16,0-3-23 0,0 1-29 0,0-2-33 15,4-2-36-15,-4-3-46 0,8 7-44 16,-2-6-46-16,-6-1-39 0,13 0-58 0,-13 0-43 0,15-11-346 16,-7 2-827-16,-2 0 367 0</inkml:trace>
          <inkml:trace contextRef="#ctx0" brushRef="#br0" timeOffset="-390.5324">704 358 243 0,'0'0'404'0,"0"0"2"0,0-7-9 0,0 7-26 16,0 0-28-16,0 0-31 0,4-4-32 0,-4 4-30 15,0 0-27-15,0 0-25 0,0 0-42 0,0 0-57 16,0 0-53-16,0 0-57 0,0 0-38 0,0 0-49 16,0 0-60-16,-6 20-61 0,6-13-51 0,2 2-218 15,-2-2-528-15,6 1 234 0</inkml:trace>
          <inkml:trace contextRef="#ctx0" brushRef="#br0" timeOffset="1500.6229">2000 665 81 0,'-8'-5'96'0,"4"0"24"16,-2 4 15-16,3-9 20 0,-3 8 19 0,1-3 16 16,5 5 3-16,-6-4 7 0,6 4 11 0,-7-2 10 15,7 2 6-15,-2-6 11 0,2 6 24 0,-4-5-11 16,4 5 2-16,0 0 10 0,0 0 1 0,0-7-12 16,0 7-27-16,0 0-22 0,12-8-20 0,-12 8-19 15,15 0-20-15,-9-1-12 0,7-2-11 0,1-1-15 16,-2 4-9-16,6-4-10 0,-8 4-8 0,8-5-10 15,0 5-6-15,-4 0-6 0,1 0-5 0,0-2-4 16,-1 1-1-16,-1 0-7 0,-5 2-8 0,4-2-2 16,-12 1-4-16,19 0 2 0,-11 0 1 0,-8 0 7 15,13 0 5-15,-8-2-1 0,-5 2-2 0,0 0-2 16,13-2 2-16,-13 2-5 0,0 0-4 0,0 0-2 16,8 4-8-16,-8-4-5 0,0 0 0 0,1 9-2 15,4-8-2-15,-5-1-2 0,1 14 0 0,-1-1 0 16,0-2 0-16,0-2 1 0,0 4 0 0,0-6-5 15,0 9 3-15,0-5-2 0,-1-2 1 0,-4 4-2 16,5-4 0-16,-1 3 3 0,1-3-4 0,-2 2 1 0,2-3 2 16,0 0-5-16,0-1-10 0,2-2-27 0,-2 2-30 15,-2-2-37-15,4-1-22 0,-2-4-41 16,7 8-45-16,-2-7-31 0,-5-1-31 0,9 0-22 16,-9 0-27-16,13-2-17 0,-1-5-14 0,-4-1-3 0,-2 1-218 15,4-6-621-15,-1 3 275 0</inkml:trace>
          <inkml:trace contextRef="#ctx0" brushRef="#br0" timeOffset="1656.8308">2400 515 64 0,'3'-9'179'0,"-3"3"29"0,1-2 48 0,4-1 7 15,-5 3-3-15,1-1-5 0,2 1-2 0,-3 0-9 16,2-1 11-16,1 3-17 0,-3 4-17 0,6-7-23 16,-3 4-22-16,-3 3-25 0,0 0-30 15,3-5-48-15,-3 5-28 0,0 0-50 0,4 11-49 0,-1 2-54 16,0-1-58-16,0-1-53 0,2 6-50 0,-4-2-172 15,7 8-476-15,-4-5 212 0</inkml:trace>
          <inkml:trace contextRef="#ctx0" brushRef="#br0" timeOffset="2281.6881">2470 695 191 0,'0'0'333'0,"0"0"0"0,0 0-4 15,20-10-28-15,-20 10-21 0,6-5-13 0,-6 5-12 16,10-4-17-16,-5 0-15 0,1-3-11 0,0 6-12 16,0-3-10-16,-6 4-12 0,7-6-14 0,-7 6-7 15,8-2-10-15,-8 2-20 0,4-8-12 0,-4 8-6 16,0 0-7-16,0 0-17 0,0 0-12 0,8-2-11 16,-8 2 0-16,0 0-17 0,8 12 3 0,-8-7-3 15,6-3-14-15,-6 4-4 0,0 1 10 0,1 1-11 16,-1-2-8-16,6-1 3 0,-7 4-6 0,1-1-7 15,0-4 6-15,-5 1-3 0,4 0-5 0,1-5-2 16,-6 10 0-16,0-5 1 0,6-5-2 0,-8 5 0 16,2-3 3-16,-2-1-5 0,8-1-1 0,-13 0 6 0,13 0-2 15,-12 2 0-15,12-2 8 0,0 0-4 16,-11 0 4-16,11 0-4 0,-4-7 5 0,4 7-1 16,0-8-1-16,0 2 2 0,0 6-7 0,7-14 2 15,-4 6-3-15,6-1 5 0,-1 0-4 0,5 3 1 0,-1-4-4 16,-2-1 6-16,8 7-6 0,-3-1-1 0,-2-1-2 15,4 4-2-15,-1-1-2 0,2 4 4 16,-1 1-5-16,1 3 2 0,-3 1 0 0,-3-1 3 16,1 2-6-16,-5 0 1 0,2 1-4 0,-4-2 9 0,2 3-8 15,-5 2 9-15,6 0-7 0,-7 0 3 0,1-1-3 16,3-1 6-16,-6-1-8 0,3 2 2 16,0-2 5-16,-6 0 1 0,6-1-5 0,-3-2 2 15,1 2 3-15,2-5 5 0,0 5-1 0,-3-7 3 0,0 0 6 16,3 4-5-16,-3-4 6 0,0 0-10 0,0 0-1 15,0 0 2-15,17-15 0 0,-11 10-1 16,1 1-1-16,7-7 1 0,-7 6-1 0,5-4 2 16,2-1-1-16,-1 1 7 0,1 2 22 0,-1 1 4 0,-2 2-8 15,-4 1-1-15,1-1-5 0,-1 0-3 0,-1 4-3 16,-6 0-4-16,12-5-1 0,-6 5-2 0,-6 0 2 16,8 5-1-16,-2-3-3 0,-6-2-5 0,8 9 2 15,-5-5-2-15,1 2-10 0,1 0-13 0,-4 0-34 16,4 1-50-16,-1 1-44 0,1-1-41 0,-4 2-49 15,2-2-57-15,0-2-68 0,3 3-328 0,0-5-746 16,2 2 330-16</inkml:trace>
        </inkml:traceGroup>
        <inkml:traceGroup>
          <inkml:annotationXML>
            <emma:emma xmlns:emma="http://www.w3.org/2003/04/emma" version="1.0">
              <emma:interpretation id="{B04EACB7-39EA-4B1D-AAF2-B59D01AACC16}" emma:medium="tactile" emma:mode="ink">
                <msink:context xmlns:msink="http://schemas.microsoft.com/ink/2010/main" type="inkWord" rotatedBoundingBox="25612,12311 26607,12379 26526,13557 25531,13489"/>
              </emma:interpretation>
              <emma:one-of disjunction-type="recognition" id="oneOf1">
                <emma:interpretation id="interp1" emma:lang="" emma:confidence="0.5">
                  <emma:literal>of</emma:literal>
                </emma:interpretation>
                <emma:interpretation id="interp2" emma:lang="" emma:confidence="0">
                  <emma:literal>off</emma:literal>
                </emma:interpretation>
                <emma:interpretation id="interp3" emma:lang="" emma:confidence="0">
                  <emma:literal>of.</emma:literal>
                </emma:interpretation>
                <emma:interpretation id="interp4" emma:lang="" emma:confidence="0">
                  <emma:literal>of:</emma:literal>
                </emma:interpretation>
                <emma:interpretation id="interp5" emma:lang="" emma:confidence="0">
                  <emma:literal>oof</emma:literal>
                </emma:interpretation>
              </emma:one-of>
            </emma:emma>
          </inkml:annotationXML>
          <inkml:trace contextRef="#ctx0" brushRef="#br0" timeOffset="3047.1566">3467 757 228 0,'0'0'317'0,"9"-1"-9"0,-9 1-16 15,5-5-7-15,-1 1-5 0,-4 4-2 0,6-7-4 16,-4 2-14-16,-1 1-1 0,5 1-20 0,0-2 3 16,0 1-13-16,0-1 0 0,0 1-19 0,0 0-19 15,-3 0-18-15,8-3-13 0,-4 5-9 0,1 0-8 16,-8 2-15-16,18-3-15 0,-11 3-10 0,5 0-9 15,-12 0-14-15,17 3-10 0,-7 1-6 0,-1-2-9 16,0 3-5-16,2 1-7 0,-5 0-3 0,0 1-6 16,0 0-3-16,-1 0-1 0,-5 0-8 0,4 2-1 0,-2-3-6 15,-2 5-1-15,0 0-2 0,-2-4 0 16,-2 2-5-16,-1 0 1 0,-4-2 0 0,1 1-7 16,-5 3 4-16,1-5 0 0,-2 3-6 0,1-3 4 15,-2-3 0-15,0 2 0 0,-5-4-2 0,2-1-1 0,3 0 3 16,2-1-3-16,-5-2 6 0,4 1-2 0,7-1 2 15,-5-3 4-15,4 1-2 0,2-3-5 0,6 2-6 16,-2-8-14-16,4 5-21 0,4 1-3 0,2-7-7 16,4 2-22-16,3 1-3 0,4-4-6 0,1 1-14 15,5 4-11-15,-4-5-4 0,6 2-15 0,0 3-7 16,0 0 10-16,5 5 18 0,9-5 7 0,-13 4 5 16,4 2 11-16,-4-7 12 0,2 1 5 0,-1 3 13 15,-2 0 18-15,-3-3 11 0,-1-4 4 0,1 4 10 16,-9-2 11-16,-2 1 5 0,-1-4 23 0,5 1-2 15,-5-7-6-15,0 2 9 0,-3-6 9 0,-2 5 4 16,2-3 8-16,-6 7 10 0,-1-1 18 0,-2 0 2 16,0 0 8-16,-2-1 11 0,-1 5 3 0,3 0 4 15,-3 4-8-15,3-1-7 0,0 2-6 0,-3 2-9 16,-1-1-11-16,-2 6-3 0,6 2 2 0,-11-4-2 16,-1 4 0-16,12 0 0 0,-18 9 26 0,5 3-1 15,1 1 4-15,-3 5-1 0,1 3 11 0,2 7 3 16,2 5-2-16,-1 6-8 0,5 1-14 0,3 4 0 15,0 2-6-15,3-2-8 0,0 7-2 0,0-3-6 16,3 2-7-16,0-2-1 0,2 2-10 0,-5-2-2 16,6 3-7-16,0 3 1 0,4-10-1 0,-2 1-9 15,2 1 0-15,-4-4-8 0,2-4 1 0,1-3-3 16,-3-7-8-16,4-4 7 0,-4-1-1 0,-1-3 0 16,1-4-5-16,0-1-4 0,-6-2-32 0,3-2-28 0,-2-5-19 15,2 3-22-15,0-3-17 0,0 1-16 0,0-3-26 16,-3-4-52-16,3 5-68 0,-3-5-32 15,0 0-24-15,0 0-19 0,11-12-26 0,-7 4-35 16,-1-7-10-16,0-1-302 0,-3 4-783 0,6-7 347 0</inkml:trace>
          <inkml:trace contextRef="#ctx0" brushRef="#br0" timeOffset="3250.2079">4014 1008 222 0,'0'-7'326'0,"2"0"23"16,4-1 29-16,-6 2 17 0,6-3-6 0,0 0 5 15,4 1 0-15,1-3-11 0,-1 0-21 0,10 3-27 16,-4-1-19-16,4 0-27 0,7 1-31 0,0-2-26 16,5 1-19-16,1 7-20 0,-3 0-25 0,-2-5-22 15,-4 3-8-15,-4 2-15 0,1-2-14 0,-1 4-5 16,-7-4-36-16,-1 1-54 0,-4 3-59 0,-1 0-70 16,-7 0-60-16,12 3-25 0,-12-3-44 0,0 0-38 15,0 0-61-15,-19 8-62 0,11-3-344 0,-11-1-810 16,-7 0 359-16</inkml:trace>
        </inkml:traceGroup>
      </inkml:traceGroup>
    </inkml:traceGroup>
    <inkml:traceGroup>
      <inkml:annotationXML>
        <emma:emma xmlns:emma="http://www.w3.org/2003/04/emma" version="1.0">
          <emma:interpretation id="{68C43DB4-CBF5-4685-9DB4-D411A7AD6648}" emma:medium="tactile" emma:mode="ink">
            <msink:context xmlns:msink="http://schemas.microsoft.com/ink/2010/main" type="paragraph" rotatedBoundingBox="21911,13078 26449,13846 26236,15103 21698,14335" alignmentLevel="1"/>
          </emma:interpretation>
        </emma:emma>
      </inkml:annotationXML>
      <inkml:traceGroup>
        <inkml:annotationXML>
          <emma:emma xmlns:emma="http://www.w3.org/2003/04/emma" version="1.0">
            <emma:interpretation id="{2202F145-E8D6-4013-9612-04B2D97F2F6A}" emma:medium="tactile" emma:mode="ink">
              <msink:context xmlns:msink="http://schemas.microsoft.com/ink/2010/main" type="line" rotatedBoundingBox="21911,13078 26449,13846 26236,15103 21698,14335"/>
            </emma:interpretation>
          </emma:emma>
        </inkml:annotationXML>
        <inkml:traceGroup>
          <inkml:annotationXML>
            <emma:emma xmlns:emma="http://www.w3.org/2003/04/emma" version="1.0">
              <emma:interpretation id="{5DF0AAA4-91AB-45AA-AC2A-169F51B272B3}" emma:medium="tactile" emma:mode="ink">
                <msink:context xmlns:msink="http://schemas.microsoft.com/ink/2010/main" type="inkWord" rotatedBoundingBox="21908,13092 23765,13406 23555,14649 21698,14335">
                  <msink:destinationLink direction="from" ref="{2524B1B3-F80A-45AD-8B0C-8B3E738DBB00}"/>
                </msink:context>
              </emma:interpretation>
              <emma:one-of disjunction-type="recognition" id="oneOf2">
                <emma:interpretation id="interp6" emma:lang="" emma:confidence="1">
                  <emma:literal/>
                </emma:interpretation>
              </emma:one-of>
            </emma:emma>
          </inkml:annotationXML>
          <inkml:trace contextRef="#ctx0" brushRef="#br0" timeOffset="4000.0291">-186 1371 87 0,'0'0'333'0,"0"0"-5"0,0 0-11 15,0 0-14-15,0 0-7 0,9 0-9 0,-9 0 3 16,4-6-9-16,-4 6-4 0,5-3-5 0,-5 3-4 16,0 0-6-16,7-3-9 0,-7 3-15 0,8-5-17 0,-8 5-15 15,7-3-17-15,-7 3-16 0,13-2-14 0,-13 2-13 16,13 2-17-16,-13-2-11 0,20 6-12 15,-11-3-12-15,3 4-12 0,3-3-4 0,-5 5-13 16,1-3-9-16,7 5 1 0,-9-3-11 0,3 5-9 0,1-1-8 16,-5 0 3-16,4 3-4 0,-11-3-6 0,10 4-4 15,-10-4-4-15,5 4 3 0,-6-8-5 16,0 5-3-16,-6 0 1 0,5-1-3 0,-10-1 0 16,4 2-4-16,-4-4-3 0,-5 2 4 0,-1-3 0 0,1-4 1 15,-5 4 2-15,-2-3-6 0,-2-1 1 0,-1-2 3 16,5 0-9-16,-6-4 5 0,0-2 1 0,7 0-1 15,2 1 0-15,-1-3 1 0,5 4 1 0,1-1 2 16,4-3 7-16,-2 3 20 0,7-5 6 0,-1 2 7 16,1 0-1-16,2-3 6 0,4 1-9 0,4-1-5 15,0-4 1-15,1-3-11 0,5 1-14 0,-3-1-26 16,3 5-37-16,2-6-33 0,-1 6-48 0,13-5-53 16,-13 4-45-16,8-2-44 0,-4 6-55 0,-1 1-57 15,3-1-45-15,-3 0-329 0,4-1-823 0,-4 4 364 16</inkml:trace>
          <inkml:trace contextRef="#ctx0" brushRef="#br0" timeOffset="4296.9883">-10 1083 265 0,'4'-9'486'0,"1"4"11"0,-2-4 12 0,4-1-9 16,-7 4-2-16,6-1-9 0,0 1-5 0,-4 0-5 15,4 1-21-15,-6 5-24 0,6-7-36 0,-5 3-22 0,-1 4-33 16,6-4-28-16,-6 4-38 0,0 0-26 16,0 0-29-16,0 0-25 0,0 0-14 0,0 20-26 15,0-4-13-15,5-3-14 0,-4 5-31 0,-2 7-99 16,2 1 0-16,-7 0 0 0,11 0 0 0,-10 1 0 0,5 1 0 16,0-4 0-16,-1 0 0 0,-4 1 0 15,5 1 0-15,-1-4 0 0,-4 1 0 0,5 4 0 16,-1-10 0-16,-1 1 0 0,-2-1-108 0,4-1-179 0,0 0-53 15,0-4-49-15,0-3-31 0,-6 6-53 0,10-6-44 16,-4-1-27-16,-4 0-309 0,8-3-922 0,-4-5 408 16</inkml:trace>
          <inkml:trace contextRef="#ctx0" brushRef="#br0" timeOffset="4656.2729">149 1446 237 0,'0'0'372'0,"11"-4"23"0,-11 4 7 15,4-6 6-15,1 1-4 0,2 3 3 0,-7 2-17 16,8-4-18-16,-8 4-23 0,6-3-19 0,-6 3-24 16,6-1-23-16,-6 1-31 0,0 0-20 0,0 0-26 15,0 0-20-15,18 4-24 0,-17 1-17 0,5 2-13 16,0 2-17-16,5 2-12 0,-2-3-11 0,-2 4-10 16,-1 4-6-16,0-4-9 0,5 4-11 0,-8 1-1 15,6 1-6-15,-8-4-2 0,5-4-14 0,-6 4-18 16,8 3-14-16,-8-9-9 0,0 4-13 0,3-4-7 15,-3-2-5-15,3 7 0 0,-3-11-6 0,0 5 1 16,0-7-2-16,0 8 7 0,0-8 6 0,0 0 3 16,0 0 4-16,0 0 8 0,0 0 0 0,0 0 3 0,0 0 2 15,0 0 8-15,0 0 7 0,1-25 0 16,4 15 6-16,1 2 0 0,-1-1 1 0,4-2-2 16,-3-1-4-16,3 1 1 0,1-3-3 0,-2 5-5 15,-1 0-20-15,1 1-25 0,2 1-33 0,-2 1-49 0,4 3-52 16,1-2-45-16,-4 2-37 0,3 2-44 0,-3 2-47 15,3 2-46-15,-3 2-32 0,2-4-253 16,1 3-736-16,-5 2 325 0</inkml:trace>
          <inkml:trace contextRef="#ctx0" brushRef="#br0" timeOffset="5734.1443">581 1587 158 0,'3'-3'343'0,"4"-1"-3"16,-4-1-14-16,5 0-10 0,-2 1-14 0,-2-1-16 16,5 3-15-16,-4-1-19 0,1-4-25 0,3 4-16 15,-5-1-5-15,-4 4-20 0,11-4-19 0,-11 4-13 16,9-2-14-16,-3 0-16 0,-6 2-16 0,7-1-13 16,-7 1-11-16,12 5-10 0,-4-1-6 0,-2-2-10 15,0 3-5-15,0 2-6 0,-5-2-10 0,5 2-5 16,-4 0 2-16,1 2-8 0,-2-4-5 0,1 1-8 15,-2 2 1-15,0 0-4 0,-2-4 6 0,-2 4-10 16,2 0-2-16,-4-3 7 0,0-2-14 0,3 3 6 16,-1-3-6-16,-2 0 0 0,6-3-4 0,-14 5-2 15,14-5 1-15,-9 0 4 0,9 0 2 0,-12-5 4 16,12 5 7-16,0 0-3 0,-12-4 14 0,12 4 2 16,-6-8 5-16,5 3 0 0,-5 1 3 0,9-3-4 0,0-1 6 15,-3 4-3-15,1-4-1 0,5-1 3 16,0 4-2-16,0-5-1 0,0 3-4 0,2-4 0 15,-2 7 6-15,1-2-4 0,-1-1-4 0,2 4 5 16,-1-2-3-16,-1 3-7 0,0 1-3 0,-6 1-2 0,21 0 1 16,-13 1-6-16,4 6-2 0,-4-2-2 0,2 0 0 15,4 3-4-15,-7-5-10 0,2 7-11 16,2 1-12-16,1-3-6 0,-8 3-5 0,7-5-18 16,-2 1 1-16,-5-3-2 0,2 3-9 0,0-3 5 0,-1 0-13 15,-1 1 11-15,4-1-6 0,-4-2-1 0,2 1-4 16,-6-3 6-16,14 0 4 0,-5 2 0 15,-9-2 12-15,21-2-3 0,-9-1 11 0,3-2 4 16,3 1 8-16,-3-1 0 0,2-3 10 0,-1 0 11 0,2 4 14 16,-6-3 13-16,3 3 9 0,-1-4 17 0,-1 5 12 15,-1-1 12-15,-3 2 12 0,-1-6 5 0,4 5-1 16,-6-5 2-16,1 6 2 0,-7 2 0 0,8-1-10 16,-8 1-7-16,7-2 0 0,-7 2-4 0,6-2-10 15,-6 2-7-15,0 0-7 0,0 0-4 0,14 4-2 16,-14-4-9-16,6 7-4 0,-1-1-1 0,-4-1-2 15,1 0-4-15,-2 0-5 0,0 6 6 0,0-3-1 16,-3-1-5-16,0 1 3 0,1 0-9 0,-4 0 4 16,3-4-1-16,-3 3-1 0,1 1 3 0,-2-4-4 15,4 1 4-15,-6 0-6 0,1 0 7 0,-2-4 2 16,-1 3-6-16,4-3 2 0,7-1 6 0,-21 3-3 16,13-6 2-16,-1-1 2 0,2 2-5 0,-1-3 17 15,1 4 15-15,2-6 8 0,2 2 4 0,-1 0 2 16,2-4 10-16,2 0 3 0,-1 3 2 0,2-5-7 0,2 5-3 15,2-3-7-15,1 0 0 0,0 5-10 16,0-2-1-16,0 0-4 0,1-1-11 0,-1 5 2 16,-1-2-7-16,5 4-8 0,-10 0 4 0,17 2-1 15,-7 2-5-15,-1 3 1 0,3 3-6 0,0 5 1 0,0 0-4 16,2 13 4-16,0-4 0 0,2 10-6 0,-4 0 2 16,-4 4 0-16,5 1 0 0,-7-1 0 15,0 5 3-15,-4-6-6 0,4 3 2 0,-6-2-1 16,0 1-1-16,1 4 7 0,-1-5-6 0,-1-3 1 0,-5-7 0 15,-2 2-2-15,2-5 2 0,0 1 1 16,-4 0-2-16,-1 0-2 0,2-2 4 0,-7-6-3 16,2 1-1-16,3-3 0 0,-2-6 2 0,-1 1-4 0,4 2 1 15,-2-4-4-15,1-4 2 0,1 1 0 0,-2-1-2 16,3-7 0-16,-3-1 1 0,0-1 2 0,1-4 0 16,-1-3 0-16,5 1 5 0,-1-3 5 0,-2-3-2 15,8 3 1-15,1-2 10 0,2-2 8 0,1-1 16 16,4 2 7-16,1-2 3 0,4 4 13 0,2-6 11 15,4 3 1-15,2-1-4 0,1 5 4 0,1-3-3 16,4 1-8-16,-1 4-9 0,4 0-2 0,0-6-5 16,-5 8-5-16,2 1-5 0,1 0-5 0,-5-2-7 15,-2 2-17-15,-1-1-31 0,-1 3-28 0,-4-2-41 16,1 3-37-16,3 3-66 0,-7-2-61 0,1-1-61 16,-2-1-80-16,3 2-78 0,-2-1-298 0,1 2-840 15,-7-5 371-15</inkml:trace>
        </inkml:traceGroup>
        <inkml:traceGroup>
          <inkml:annotationXML>
            <emma:emma xmlns:emma="http://www.w3.org/2003/04/emma" version="1.0">
              <emma:interpretation id="{652A841B-2254-45B9-9C70-76E7718B1C3D}" emma:medium="tactile" emma:mode="ink">
                <msink:context xmlns:msink="http://schemas.microsoft.com/ink/2010/main" type="inkWord" rotatedBoundingBox="24020,13435 24711,13552 24517,14698 23826,14581"/>
              </emma:interpretation>
              <emma:one-of disjunction-type="recognition" id="oneOf3">
                <emma:interpretation id="interp7" emma:lang="" emma:confidence="1">
                  <emma:literal/>
                </emma:interpretation>
              </emma:one-of>
            </emma:emma>
          </inkml:annotationXML>
          <inkml:trace contextRef="#ctx0" brushRef="#br0" timeOffset="6421.5759">1786 2013 210 0,'-6'-1'349'0,"6"1"36"0,-6-6 22 0,6 6 26 16,0 0 21-16,-3-3 14 0,3 3-15 0,0 0-18 15,2-9-27-15,-2 9-20 0,7-9-24 0,-2 3-33 16,4 1-33-16,1-1-27 0,4-1-21 0,-1-2-29 16,4-1-25-16,2 4-17 0,3 0-29 0,-1-1-41 15,4-2-46-15,7 5-50 0,-5-2-36 0,0-1-54 16,0 3-63-16,1 0-52 0,3 0-53 0,-1 1-46 0,0 3-45 15,-5 0-47-15,-1 4-32 0,3-5-26 16,-7 1-275-16,-1 0-774 0,-1 1 342 0</inkml:trace>
          <inkml:trace contextRef="#ctx0" brushRef="#br0" timeOffset="6202.8209">2209 1458 382 0,'12'-10'449'0,"-3"2"-12"0,-3-1-27 0,0 0-25 16,1 8-32-16,-1-4-27 0,-1 1-31 0,-4-3-26 0,1 3-23 16,-2-2-14-16,0 6-11 0,4-9-11 0,-4 9-12 15,-6-12-19-15,5 9-10 0,-4 1-17 0,5 2-14 16,-12-4-13-16,12 4-14 0,-7-3-8 0,7 3-9 16,-14 3-5-16,14-3-5 0,-13 6-5 0,1-3-1 15,4 3 10-15,1 0-4 0,1 1 6 0,-3 4 5 16,1-3-2-16,-1 2-6 0,2 4 7 0,-1-1-1 15,2 2 0-15,-4 6 0 0,1 4-2 0,3 3 0 16,-2 13-6-16,5-1 3 0,-3 8-14 0,7-2-8 16,1 3-4-16,1-4-3 0,-2 9-7 0,4-2-20 15,4 15 5-15,-3-15-2 0,2 2 0 0,-4-2-11 16,-1-6 0-16,2-1-3 0,-2-5 3 0,0-1-14 16,-3-11 0-16,0-3 3 0,-3 1 7 0,0-8-11 15,-2-1-1-15,2 0-1 0,-3-5-2 0,2-1-2 16,-2 2-6-16,0 0-5 0,2-7-19 0,-2 0-20 15,-1 1-16-15,-1 0-20 0,8-7-27 0,-13-3-39 16,2-3-46-16,4-3-48 0,-5 1-43 0,3-5-40 16,-2 0-29-16,2-1-43 0,2-9-41 0,-1 0-27 15,-2 1-287-15,4-2-814 0,3 1 361 0</inkml:trace>
          <inkml:trace contextRef="#ctx0" brushRef="#br0" timeOffset="7030.7437">2394 1868 106 0,'-3'-10'307'0,"3"10"9"16,0 0 8-16,0 0 4 0,0 0-3 0,6-5 7 15,-6 5-2-15,6-5-7 0,-6 5-14 0,6-4-12 0,-2 0-12 16,-4 4-15-16,8-3-20 0,-8 3-23 0,0 0-23 16,9-2-21-16,-9 2-23 0,0 0-16 15,13 13-18-15,-8-12-13 0,1 3-5 0,-3 1-18 16,1 2-10-16,2 2-9 0,-3-1-8 0,3 1-7 0,-4 0-8 16,1-1-4-16,0-2-4 0,-3 4-5 0,0-1-4 15,3-1-9-15,-6 2 2 0,3-4-2 0,0 1-5 16,0-2-5-16,-3 1 1 0,0-1-3 0,3-5-3 15,0 7 2-15,0-7-4 0,0 0-1 0,3 10 6 16,-3-10-3-16,0 0-2 0,0 1 1 0,0-1 3 16,0 0-4-16,0 0 0 0,0 0 2 0,0 0-5 15,0 0 5-15,0 0 0 0,0 0-3 0,0 0 1 16,0 0 3-16,0 0-2 0,0 0 1 0,-5-15-5 16,5 15 3-16,0 0-3 0,0-8 1 0,0 8 1 15,0 0-1-15,0 0-1 0,0-9 3 0,0 9-1 16,0 0 1-16,0 0-1 0,0 0-3 0,0 0 4 15,0-5-1-15,0 5 0 0,0 0 3 0,0 0-3 16,0 0-2-16,0 0 1 0,0 0-2 0,0 0-3 16,0 0 2-16,0 0-3 0,0 0-1 0,0 0 0 15,0 0-4-15,0 0 2 0,0 0-2 0,8 16 4 16,-8-16 0-16,0 8-2 0,0-8-2 0,0 5-2 16,0-5-5-16,-3 7 3 0,3-7 1 0,-5 5 1 15,5-5 3-15,-13 1-1 0,4 0 2 0,9-1-7 16,-21 0-3-16,6 0-5 0,0-1-4 0,0 0-2 15,1-4 0-15,4 5-2 0,-1-5-6 0,2 3-1 16,2 1 3-16,7 1 9 0,-11 0 0 0,6-5-17 16,5 5-41-16,-1-10-1 0,2 2-14 0,1 1-11 15,4-1 0-15,0-2-3 0,3-1 1 0,5-2 3 16,-2 1 0-16,1 4 14 0,-1-3 7 0,2 2 11 0,-2 0 8 16,-3-2 5-16,-2 3 11 0,2 1 6 15,2-2 13-15,-7 5-4 0,5-4 5 0,-3 1 3 16,-4 0-11-16,4 7-18 0,-6 0-28 0,6-3-43 15,-6 3-64-15,0 0-73 0,6-2-57 0,-6 2-203 16,0 0-568-16,0 0 252 0</inkml:trace>
        </inkml:traceGroup>
        <inkml:traceGroup>
          <inkml:annotationXML>
            <emma:emma xmlns:emma="http://www.w3.org/2003/04/emma" version="1.0">
              <emma:interpretation id="{22B697B0-4BB2-41F8-BF0B-6E88BD8ADE3B}" emma:medium="tactile" emma:mode="ink">
                <msink:context xmlns:msink="http://schemas.microsoft.com/ink/2010/main" type="inkWord" rotatedBoundingBox="24860,13878 26399,14139 26342,14479 24802,14218"/>
              </emma:interpretation>
              <emma:one-of disjunction-type="recognition" id="oneOf4">
                <emma:interpretation id="interp8" emma:lang="" emma:confidence="0.5">
                  <emma:literal>re.</emma:literal>
                </emma:interpretation>
                <emma:interpretation id="interp9" emma:lang="" emma:confidence="0">
                  <emma:literal>re</emma:literal>
                </emma:interpretation>
                <emma:interpretation id="interp10" emma:lang="" emma:confidence="0">
                  <emma:literal>nee.</emma:literal>
                </emma:interpretation>
                <emma:interpretation id="interp11" emma:lang="" emma:confidence="0">
                  <emma:literal>roe.</emma:literal>
                </emma:interpretation>
                <emma:interpretation id="interp12" emma:lang="" emma:confidence="0">
                  <emma:literal>rue.</emma:literal>
                </emma:interpretation>
              </emma:one-of>
            </emma:emma>
          </inkml:annotationXML>
          <inkml:trace contextRef="#ctx0" brushRef="#br0" timeOffset="8280.4204">2727 1762 104 0,'0'0'326'0,"0"0"-5"0,0 0-5 15,0 0-11-15,0 0-3 0,0 0-5 0,0 0-3 0,0 0-14 16,0 0-13-16,0 0-20 0,3-3-21 0,-3 3-10 16,0 0-25-16,0 0-21 0,0 0-12 0,0 0-14 15,0 0-10-15,0 0-12 0,0 0-9 0,0 0-11 16,0 0-11-16,5 12-11 0,-5-12-4 0,6 9-8 16,1-3-9-16,2 6-6 0,5-2-4 0,-3 7-8 15,-2-7-4-15,-2 5-3 0,5-4-7 0,-4 5 1 16,-2-2-2-16,1-1-7 0,-1 0-3 0,0 3 2 15,-4-4-6-15,4 2-3 0,-5 1 3 0,4-5-10 16,-4 0 3-16,-1 0-9 0,0-1 0 0,-1 3-16 16,-4-5 3-16,5 4 2 0,-1-4-11 0,1-1-6 15,0-2-3-15,-6 2 1 0,6-6 1 0,0 6 7 16,0-6 3-16,-8 3 8 0,8-3 4 0,0 0 12 16,-13-16-14-16,13 10 5 0,-3 1-1 0,0-4 9 15,3-2-4-15,3 0 7 0,0 2 1 0,3-5 0 16,-2 3 4-16,5-4-5 0,-1 0 4 0,-1 3-4 15,5 4-2-15,-4-4 1 0,5 1-11 0,7 3-10 16,-1 1-17-16,1 1 8 0,-1 3-3 0,-2-1-33 16,3 2-13-16,-2 2-13 0,0 0-19 0,-3-2-18 15,-2 6-20-15,-1-1-10 0,-3-2-17 0,2 2-19 0,-4 1-16 16,2-2-10-16,-1 0 5 0,-8-2 25 16,9 5 16-16,-6-2 17 0,3-2 14 0,-6-1 20 15,7 2 25-15,-7-2 23 0,0 0 20 0,0 0 28 16,11-4 23-16,-11 4 11 0,3-7 17 0,-3 7 8 0,1-4 13 15,-1 4 23-15,6-7 17 0,-6 3 5 0,0 4 7 16,6-5 15-16,-4 0-4 0,-2 1 14 16,4-3 27-16,-4 7 15 0,2-7 0 0,-2 2-5 15,0 5-1-15,6-7 0 0,-6 7 5 0,0-7 0 0,0 7-1 16,0-4-5-16,0 4-5 0,0 0-11 0,0 0-4 16,0 0-9-16,0-6-11 0,0 6-11 0,0 0-9 15,0 0-15-15,0 0-9 0,0 0-6 0,0 0-14 16,0 0-8-16,0 0-7 0,0 0-2 0,0 0-6 15,0 0 2-15,-12 12-2 0,10-5-5 0,-4-2-1 16,5 3-2-16,-5-4-6 0,0 7 3 0,4-1-6 16,-4-3 3-16,0 6-5 0,-1-1 7 0,1 2-8 15,3-4-5-15,0 3-1 0,3 2-8 0,-6-2 0 16,6 0-3-16,0-1-7 0,4 1-1 0,-4 1 2 16,2 2-1-16,-2-4-6 0,6 1-8 0,1-3-2 15,5 4-1-15,2 1 2 0,-1-4-2 0,7-1 0 16,1 1 0-16,6 2 2 0,-1-9-7 0,2 1 5 15,1-3 3-15,-2-7 0 0,1 3 5 0,11-2-13 16,1-1-1-16,-10-3 12 0,3 0 6 0,-6-3 13 16,0 2-1-16,-2-3 4 0,-5-5 4 0,-5 6-2 15,-2-4 14-15,-1 5-1 0,1-6-6 0,-4 4 2 16,-2-2-4-16,1 3 3 0,-2-2-13 0,-6 4 9 16,0-2-5-16,0 0-3 0,0 5-1 0,-3-1 5 15,-2 1-8-15,4 2 2 0,-4-2 4 0,5 6-2 0,-7-5-1 16,7 5-1-16,0 0 3 0,-17 5-1 15,11 2 2-15,-2-2 7 0,2 1-5 0,-3 8-2 16,5-2 2-16,-2 0 2 0,-2 0-2 0,2 0 0 16,2 1 1-16,-2 0-4 0,0 2 3 0,4-4 2 0,1 4 0 15,1-7 4-15,1 8-1 0,1-6-3 16,4 7 1-16,1-1 4 0,10 5-3 0,-4-3-3 16,7 0-8-16,0 3-16 0,4-6-22 0,1 0-22 15,2-2-11-15,0-3-33 0,5-3-42 0,-4 3-40 0,18-7-62 16,-1 1-52-16,-5-3 26 0,-10-1 13 0,11-1-3 15,-14-1-30-15,-8 0-241 0,7-1-587 0,0-3 260 16</inkml:trace>
          <inkml:trace contextRef="#ctx0" brushRef="#br0" timeOffset="8452.4085">4213 2237 129 0,'0'0'336'0,"0"0"-5"0,0 0-7 0,0 0-14 0,0 0-31 15,0 0-31-15,0 0-25 0,0 0-24 0,0 0-19 16,0 0-21-16,0 0-33 0,0 0-36 0,0 0-44 16,0 0-52-16,0 7-62 0,0-7-78 0,1 6-59 15,1 1-222-15,2-5-460 0,1 5 204 0</inkml:trace>
        </inkml:traceGroup>
      </inkml:traceGroup>
    </inkml:traceGroup>
  </inkml:traceGroup>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9-24T10:23:01.328"/>
    </inkml:context>
    <inkml:brush xml:id="br0">
      <inkml:brushProperty name="width" value="0.09071" units="cm"/>
      <inkml:brushProperty name="height" value="0.09071" units="cm"/>
      <inkml:brushProperty name="color" value="#FF0000"/>
    </inkml:brush>
    <inkml:brush xml:id="br1">
      <inkml:brushProperty name="width" value="0.05292" units="cm"/>
      <inkml:brushProperty name="height" value="0.05292" units="cm"/>
      <inkml:brushProperty name="color" value="#FF0000"/>
    </inkml:brush>
  </inkml:definitions>
  <inkml:trace contextRef="#ctx0" brushRef="#br0">16693 13748 28671,'-5'5'0</inkml:trace>
  <inkml:trace contextRef="#ctx0" brushRef="#br0" timeOffset="329">16661 13769 13739,'22'-21'1439,"-1"-1"-1079,2 1-90,1-1 0,1-2-1561,-5 5 1,0-1 1424,8-8 1,0 1-45,-10 9 0,0 0 0,1-1 0,0-1 90,14-12-90,-11 11 0,1-1 0,13-12-45,-18 16 0,0 1 45,12-11 0,5-6 0,-5 4 0,4-4 0,-16 15 0,-1 1-90,8-8 90,3-4 358,-7 7-448,-6 8 560,2-4-740,-9 11 0,0-1-2608,-3 4 3001,0 6 3063,-1 0 0,-15 34 0,-6-7-2808,6-6 0,-3 1 0,-4-2 0,-1-1 0,1-3 0,0 1 0</inkml:trace>
  <inkml:trace contextRef="#ctx0" brushRef="#br0" timeOffset="437">16746 13831 28671,'-12'20'0,"0"0"0</inkml:trace>
  <inkml:trace contextRef="#ctx0" brushRef="#br0" timeOffset="619">16665 13936 5734,'15'-24'0,"1"0"180,1-1-3454,13-11 3588,-14 17 1,1-1-90,2-1 0,1-1-206,1-1 1,-1 1 339,14-13-269,-17 16 0,1 1 0,2 0 0,-1 0-270,14-14 35,-14 15 1,0 1 144,12-10 0,-3 3 0,-2 4 3276,0 0-2730,2-1 0,0 0 0,-2 1 0,-3 2 0,0 0 0</inkml:trace>
  <inkml:trace contextRef="#ctx0" brushRef="#br1" timeOffset="4624">20942 17279 24575,'11'6'0,"17"8"0,8-7 0,-4 0 0,2 2-1639,1 0 1,1-1 1409,6-4 0,2 0 229,-8 2 0,1 0 0,0-1 0,2-3 0,-1-3 0,1 2-1093,2 1 1,-1 0 0,3 0 1000,-5-2 0,2 0 0,1 0 0,-1 0-647,0 0 0,-1 0 0,1 0 0,2 0 739,1 0 0,1 0 0,2 0 0,1 0 0,-1 0-656,1 0 1,0 0-1,1 0 1,0 0 0,1 0 641,-6 0 0,1 0 0,0 0 0,0 0 1,0 0-1,0 0 14,-1 0 0,0 0 0,-1 0 0,1 0 0,-1 0 0,0 0-354,8 0 1,-1 0 0,0 0-1,0 0 1,0 0 353,-3 0 0,0 0 0,-1 0 0,0 0 0,0 0 0,-1 0 0,0 0 0,0 0 0,-1 0 0,0 0-155,-2 0 0,0 0 0,-1 0 0,0 0 0,1 0 155,-1 0 0,0 0 0,1 0 0,-1 0 0,-1 0 152,6 0 1,-1 0 0,-1 0 0,2 0-153,2 0 0,0 0 0,1 0 0,-2 0 0,-5 0 0,-1 0 0,0 0 0,0 0 154,3 0 1,1 0-1,-1 0 1,0 0-155,-3 0 0,-1 0 0,0 0 0,0 0 0,11 0 0,0 0 0,-1 0 410,-2 0 1,0 0-1,-1 0-410,-5 0 0,0 0 0,-2 0 816,-3 0 1,-2 0-1,0 0-816,0 0 0,0 0 0,0 0 0,1 0 0,-1 0 0,2 0 0,1 0 0,1 0 0,0 0 0,8 0 0,0 0 0,0 0 204,-6 0 1,-1 0 0,0 0-205,1 0 0,1 0 0,-2 0 0,5 0 0,-2 0 1290,-3 0 0,-1 0-1290,-4 0 0,0 0 0,-3 0 0,-1 0 0,9 0 0,-3 0 0,3 0 2723,8 0-2723,-31 0 1433,8 0-1433,-12 0 0,3 0 0,-13 0 0</inkml:trace>
  <inkml:trace contextRef="#ctx0" brushRef="#br0" timeOffset="9798">29767 8503 11221,'12'-20'2788,"-1"-5"-2158,-4 2-181,1-8-1496,-2-2 1407,-1-3-1,-2-3-179,-1-2 90,-2-4-90,-2-3 0,-2-3-510,1 20 1,-1-2 419,-1-4 0,0-5 0,0 7 90,-5-14-91,3 22 1,0 1 0,-3-5 90,-1 3 90,0 3 99,0 3-100,2 5-89,1 3 180,-1 2 493,2 5-403,1 1 637,1 11-997,3 1 387,0 9-387,4 0 90,6 23-90,0-8-288,5 17 242,-3-22 1,0-2-45,7 12 45,-1-7 0,1-1-45,5 0-323,7 8 233,-7-18 1,-3-2-91,0-5 0,-3-3-90,1-4 90,-2-3 192,0-2-282,0-3-359,16-19 449,-13 7 0,11-13 90,-19 11-90,-2 4 330,-1 0-240,-1 1 90,-2-1 0,0 2 0,0 1 0,-1 2 90,0 1 0,-1 1 90,0 2-90,0 0 179,0 2-448,3 5-631,-1 2-1709,4 10 2519,-3-2 0,-1-1 0,-2-5 0</inkml:trace>
  <inkml:trace contextRef="#ctx0" brushRef="#br0" timeOffset="9944">30116 7798 5734,'1'-13'0,"1"3"0,0 5 0,3-2 0,0 1 0,2-2 0</inkml:trace>
  <inkml:trace contextRef="#ctx0" brushRef="#br0" timeOffset="10250">30228 7611 14729,'-6'7'3276,"4"-4"-1965,6 23-1131,5-8 0,1 2-90,2 4 90,1 0-90,0 2 89,9 11 1,0 5-650,1-1 560,-3-4 0,-6-2-90,-3-11-90,0 5 0,-4-13 0,-3-2-450,1 0 180,-3-5-2917,-1 0 2871,-4-37 0,1 2 0,0-2 0,-1-1 1</inkml:trace>
  <inkml:trace contextRef="#ctx0" brushRef="#br0" timeOffset="10820">30352 7525 5734,'-2'-20'3276,"1"-2"0,1 13-654,-1-3-1092,2 6 89,1 2-1260,5 5 1,-2 2-90,6 7 0,-4 0-90,4 6 0,-2 0 0,2 2 0,-2-3-1,-1-2-89,-1-1 0,-1-2-90,1 1-359,-1-1-181,0-3 360,-1-8 0,-1-3-90,0-9 90,-1 3 90,0-5-90,0 3 91,0-1-1,0 0 0,3-5 90,-2 6 0,4-2 90,1 7-90,-1 2 0,2 1 90,-1 2-1,4 4 1,4 2-90,-1-1 0,3 2 90,-7-2-90,2-1 0,-2-1 90,2-1-90,0-2 0,2-3 0,2-3 0,0-3 0,2-4 0,-2-4 90,-2-1-90,3-15 0,-6 6 0,-5 2 0,-2 0 0,0-7 0,-5 4 0,-2 0 0,-4-7 90,-3 1 0,-1 0 0,-3 1 45,2 9 0,1 2 315,-4-1-180,4 9 179,-5-2 91,9 10-360,-5 5-90,8 4 90,-2 5-90,4 2 0,2 3 0,2 3 0,2 8-90,1 1-180,9 19-270,-5-13 0,2-1 180,-4-5 0,1 1-472,3 2 0,-2-1-697,0-3 90,0-3-40,-3-3 1389,-1-4 0,-2-2 0,0-2 0</inkml:trace>
  <inkml:trace contextRef="#ctx0" brushRef="#br0" timeOffset="11384">30840 7262 6543,'13'-23'3276,"1"0"-435,1 3-3363,1-3 1152,1 2 0,1-4-91,1 2-231,0-1 52,-1 0-90,-3 1 0,-2-1-91,-1 1-89,-3 2 90,-2-4-90,-5 9 367,-1-2-457,-4 7 90,-1 4 90,-6-1 701,0 9-791,-2 0 495,0 7-405,4-1-90,-1 4 0,1 2-1,2 0 1,1 1-90,2 0 0,1 0-90,2-2-629,4 6 359,1-7 0,4 3 1,-2-9-91,2-2-90,-1-2 180,1-2-359,8-6 539,-6 0 90,9-8 180,-8 2 0,3-5 1169,11-18-719,-8 12 89,10-13-920,-13 19 920,0 1-89,0 2 449,4 0-629,-3 6 90,4 0-180,-6 6 89,-1 1-179,-1 3 90,0 3-90,-1 1 921,2 4-921,-2 2 90,4 13-180,-7-5 90,4 16-90,-10-17 0,0 3-90,-3-9 90,0-1-90,-1-2-180,-3 1 180,-1-6-90,0-2 0,0-7-540,-3-25 181,4 4-1190,0-15 1,0-3 58,2-6 1218,2 10 0,0-1 0,1 13 0,0 0 0,1-1 0,0-1 0</inkml:trace>
  <inkml:trace contextRef="#ctx0" brushRef="#br0" timeOffset="12967">26879 5241 18147,'24'44'629,"-1"0"1,-12-21 0,1 0-600,6 8 0,2 3 0,-3-6-399,2 4 549,4 7 0,-7-14-180,3 6 90,-9-16 90,-2-3-180,0 0 0,-2-3-89,-5-13 89,-5-6 0,-6-10 277,-2-6-277,5 10 0,-2-4 0,5 6 0,1 3 90,2-4 0,1 6 0,5-4-90,1 7 0,2 0 90,1 4-90,5 1 0,-1 4-90,6 1-90,-3 1 0,5 3 0,2-1-89,1 2 89,-1-1-90,-3-4-540,13-1 450,-11-4-269,20-8 269,-21-1 0,7-6-269,-7-4 359,-6 4 0,-1-5-180,-5-1 360,-4 6 90,0-5 0,-4 9 270,-1-5 0,0 4 0,-1-2 0,0 6 89,0 1-89,-1 1 270,2 1 449,-2-1-1079,7 8-89,-2-1-181,5 6-180,-3-1-2737,3 5 3106,-3-3 1,1 1 0,-4-4 0</inkml:trace>
  <inkml:trace contextRef="#ctx0" brushRef="#br0" timeOffset="13131">27382 5203 5734,'-1'-14'0,"1"2"0,5 8 0</inkml:trace>
  <inkml:trace contextRef="#ctx0" brushRef="#br0" timeOffset="13879">27602 4955 9332,'-7'15'3276,"2"-1"-796,9-2-1580,1 0-181,5 6-89,1 1-90,4 3-1,1 0-179,2-1 0,0 1-301,1-1 211,-1 0 0,1 0-90,-3-1-1,2 0 1,-4-2 0,-2-2-90,-2-2 0,-3-1 164,-1-1-254,-1-2 90,-2-1-180,0 2 1,-3-4-181,-1 1 316,-1-4-765,-1-1-181,-1 0 450,-3-5-629,-6-8 449,0-4 1,-2-8-91,2-1-1798,-4-19-297,5 8 3040,4 10 0,1 0-225,-3-12-1177,1 1 1177,1-2 180,3 12 0,0 0 179,-2-13 91,-1-6-194,3 10 283,3 13 1,0-4 450,2 8-181,1 3-359,1 0 1155,1 4-1335,1 5 1423,-1 2-1513,5 4 1067,0 2-1067,4 5 0,1 5 0,0 3 0,3 5-90,-1 1 90,1 2-91,-3-1-262,0-2 263,-3-1 0,-1-5 0,-2-1 0,-1-2 0,0 1-90,0-2 0,-3-13-180,-1-8 180,-3-7 83,5-13-83,1 16-269,22-20 269,-14 23 0,16-9-90,-19 19 90,1 1 0,1 0 0,0 1 0,1 1-90,0 0 90,1 1-180,2 0 90,-5 0-90,2-1 0,-5-1-450,2 0-179,-4-1 269,4-1 0,-5-1 1,0-1-181,-2 1-1888,-1-1 1438,0-2 1170,-1 0 0,-1 2 0,0 1 0</inkml:trace>
  <inkml:trace contextRef="#ctx0" brushRef="#br0" timeOffset="18865">27250 5521 8882,'20'-17'3276,"1"-3"-166,13-8-4088,-14 12 0,1-1 1383,9-8 0,2-1-46,-4 4 1,1-1-90,8-7 0,1-1-1043,-4 4 0,-1-1 923,-7 7 0,0-1 0,1 1 30,11-11 0,1 1 0,-5 3 0,-1 1-45,0 1 0,-1 1-89,-3 3 1,-2 1 42,-2 2 1,-1 1-151,-2 1 0,0 1 151,11-8-180,-4 3-180,-4 5-90,-4 2 677,-4 2-1757,-5 4 2315,-3 3-875,-4 2 0,-3 2 0,-2 1 0</inkml:trace>
  <inkml:trace contextRef="#ctx0" brushRef="#br0" timeOffset="19146">27098 5425 16887,'-23'12'2249,"2"-3"-1979,4-1-90,4-3-90,4-3 180,2-2-90,4-4-1,3-3 1,6-7 180,24-24-225,-14 19 0,1 0-702,13-14 1,2-1 656,-7 9 0,1 0-1337,9-7 0,1-1 1292,-4 4 0,1 1 45,0-1 0,2 0-45,3-2 0,-1 1-360,-8 8 1,2-1 344,1-2 0,3-1 0,-1 1-90,-5 4 0,0 0 0,1 0-451,4-4 1,1 0 0,-3 2 195,3-2 1,-4 4-406,-8 5 1,-3 3-631,3-3 1,-4 2 1522,-3 2 1,-4 1 0,-2 2 0</inkml:trace>
  <inkml:trace contextRef="#ctx0" brushRef="#br0" timeOffset="20179">26350 4267 12120,'-4'-12'3276,"5"5"-615,17 16-2302,1 4 1,8 11 0,6 10-974,-17-15 1,1 1 748,4 6 0,-1 0-604,0 0 0,-1-1 559,-3-2 0,0-1 90,12 19-1,-7-9-89,-3-4 0,-1-3-628,8 10 448,-10-14 0,4 6 0,-13-20-90,-1-1-179,-2-4 1048,-3-8-779,-1 0 1499,-1-8-1498,-2 1 963,1-3-874,-3-1 0,1-1-90,0-4 90,0 2 0,-1-7 0,4 10-90,-1-1 90,4 9 0,3-2 0,1 4 0,7-3 0,-3 6 0,6 1-90,-3 3 0,13 0 0,-5 0-90,14-2-497,-8 0 497,5-2-225,-3-3 1,-1-2 134,8-3-404,1-5 1,-2-3 43,-4-8 180,-9 5 1,-3-1 89,-4-11 540,-11-8 0,-6 19 90,-7-2-1,3 16 91,-2 1-90,1 3 578,-1 2-578,1 3 186,0 2-6,-4 5-360,2 1 90,-3 5-90,5 0 90,2 1-90,1 1 90,4 8-90,2-4-90,3 5 0,2-8 90,5 1-180,0-1 0,5-3-180,6-2 0,-4-6-90,12-4-359,7-11 359,-6-2-227,9-6 317,-14 2-858,-1-2 858,-2-1 90,-2-2 1,-4 1-1,0-2 90,-3-6 90,-5 9 359,-4-12-179,-6 18 90,-3-5-90,-1 11 300,-1 1-120,0 3 965,-6 0-1055,3 3-1,-4 2 181,-2 7-180,5-1 180,-11 15-360,12-11 90,-2 7-90,9-10-1,2-1 1,1-1 0,1 0 0,2-1-90,2 0 90,0-1 0,2-2-90,0-1 90,2 0-90,0-2 0,2-1 0,-1 0 0,4-1-180,3-2-269,2 0 89,-3-1 0,-3 2-90,-5 1-179,-2 1-1980,2-1 1350,-3 0 1259,2-1 0,-4 0 0,1 1 0</inkml:trace>
  <inkml:trace contextRef="#ctx0" brushRef="#br0" timeOffset="20845">27547 3990 11490,'18'-4'3276,"4"4"-1424,-10 3-1223,5 4-89,-4 0-90,0 1-1,0 1-89,-1 0-90,-1 0 0,-1 0 0,-1-1 449,3 4-359,-5-8-90,3 1-180,-8-9-90,-1-4 90,-2-2 0,0-2-90,-1-3 0,0-1 0,-2-19-90,3 13-90,-1-21 0,3 23 90,1-4 0,1 8 0,1 3-90,2 0 90,-1 3 0,2 1-90,3 2 91,-1 2-1,2 1 0,-3 2 90,2 2-90,-1 0 0,1 2 90,-1-1-90,2 2 90,-1 0 0,3 1 0,3 0-90,-2-1 90,1 0 0,-4-2 0,-1 0 0,1-1 0,0-1 0,6-4 0,-3 0 0,4-2 0,-5-2 0,4-4 90,7-16-90,-6 9 90,0-11 0,-11 12 0,-3 4 0,0-3 89,-3 3-89,-1 5 90,1-5 90,-2 4-180,2 2 0,8 13 0,5 12-90,2 7 0,0 2 0,8 14-342,-6-8 0,0 2 342,-5-6 0,0-1 0,1 4 0,0-1 0,-3-2 0,0-2 0,6 15-360,-5 0 0,-4-15-289,-1 7 109,-6-19-899,-1-2 90,-1-3-1,-2-1 1350,-1-3 0,0-1 0,0-2 0</inkml:trace>
  <inkml:trace contextRef="#ctx0" brushRef="#br0" timeOffset="21033">28375 3614 8702,'15'-3'-900,"-3"2"1,-10 4 0</inkml:trace>
  <inkml:trace contextRef="#ctx0" brushRef="#br0" timeOffset="30819">10504 5126 16707,'8'18'1709,"8"15"-1439,-5-9-90,6 13-90,-4-9-180,5 13-180,-4-9-135,-3-5 1,0 0-316,2 4-629,2 8 90,-8-13-1,0-5 1260,-4-2 0,0-5 0,-1-1 0</inkml:trace>
  <inkml:trace contextRef="#ctx0" brushRef="#br0" timeOffset="32050">10525 5180 15988,'-12'-12'630,"2"-3"-451,10 8 91,1-4 90,3 4-90,2-1 0,4-1 90,2 1-91,3-1 1,5 2 180,14-1-270,-6 4 45,3 4 0,0 3-135,-1 5 89,18 7 1,-27 5 0,-3 2-180,1 5 0,-5 8 0,-3 2-90,-12-2-45,-4-3 0,-3 0-1034,-4 1 809,-6 8-89,4-15-181,-1-1-809,0-3 90,1-4 10,1-2 1339,1-6 0,2-2 0,2-2 0</inkml:trace>
  <inkml:trace contextRef="#ctx0" brushRef="#br0" timeOffset="32441">11114 5188 13739,'14'12'2519,"-1"1"-1980,-3 3-89,0 3 0,2 5-90,0 0-90,-1 1-1,0 2-359,1 4 0,1 1-179,-1-1-181,0 2 0,-1-3-90,-6-15-179,-1 1-630,-2-8-1170,-1-1 2519,-1-2 0,0-2 0,-1 0 0</inkml:trace>
  <inkml:trace contextRef="#ctx0" brushRef="#br0" timeOffset="32645">11157 5224 5734,'3'-19'2338,"1"0"-719,1 1 1530,7-11-2430,-3 12-179,4-6 0,-4 15-91,-2 4 271,2 3-450,-1 2 180,3 10-271,-5 0-179,2 6 0,-5-2-179,1 1-181,-3 1-90,1 0-180,-2 1-1978,-1 6 1439,-1-6 1169,-1 3 0,-1-9 0,2-1 0</inkml:trace>
  <inkml:trace contextRef="#ctx0" brushRef="#br0" timeOffset="32979">11433 5081 19676,'12'-13'360,"-1"2"-181,-6 6 91,-1 3-180,1 2 0,-1 2 90,2 6-90,-2-2 0,3 7 0,-1-3-90,1 4-630,5 12 91,-2-4-1620,7 16 810,-7-17-1,0 2 1350,-5-9 0,-1-4 0,0 0 0</inkml:trace>
  <inkml:trace contextRef="#ctx0" brushRef="#br0" timeOffset="33530">11825 5016 18506,'6'-14'900,"2"-2"-810,-5 7 0,5-4 90,-3 8 90,2-2-91,-2 7 1,4 5-90,-2 1 0,2 6 0,-2-2 0,1 3 0,2 9 0,0-2 0,0 7-90,-2-6 90,-1 3-90,-1-8-90,-1 3 90,-2-10-90,-1 0-90,0 0-360,-1-3 361,-4-1-181,-5-15 270,0 0-90,-7-25 90,7 9 0,-1-7 0,2-2 90,0-2-229,2 8 1,1 1 318,2-7-90,2 11 0,1-4 90,2 11-90,1 2 90,0 1 0,2 3 0,2 0 90,1 5-180,1 3 90,3 6-90,-3 3 457,2 2-367,3 6-90,8 12 0,-4-1-135,-4-3 0,0 1-913,0 5 598,4 9-89,-8-12-181,-2-1-629,-1-5-1,-4-2 4626,-1-4-2457,-6 7 0,-1-11 0,-2 4 0</inkml:trace>
  <inkml:trace contextRef="#ctx0" brushRef="#br0" timeOffset="33674">11957 5082 9152,'-15'-6'3276,"3"0"-2235,5 2-591,3-2 180,2-2-450,3 0-90,2-3-360,4-1-1080,6-2 181,4-1 1169,18-10 0,0 3 0,-12 8 0,1-1 0</inkml:trace>
  <inkml:trace contextRef="#ctx0" brushRef="#br0" timeOffset="35740">10991 6496 11221,'-13'-4'3276,"1"1"-256,8 4-2570,1 3-90,4 2-91,1 3 1,2 2-90,1 3-180,1 7-90,2 3-90,1 7-629,3 14 269,-3-9-1099,-1-3 1,1 0 328,-2-2 1187,4 12 1,-8-29 0,0-2 0</inkml:trace>
  <inkml:trace contextRef="#ctx0" brushRef="#br0" timeOffset="35991">10939 6418 5734,'19'-17'3276,"13"-3"0,-9 8-1193,9-1-1364,-13 10-89,0 3-90,4 4-91,-1 3-89,4 5 0,-2 3-90,-2 4-90,-1 2-90,-4 4 0,-3 0-90,-2 3-1220,-4 2 1130,-3-2-270,-3 0 1,-2 1-271,-2-2-719,-2 3 90,-2-2-1,0-4 1293,-2-3 1,1-5-1,-1-3 1</inkml:trace>
  <inkml:trace contextRef="#ctx0" brushRef="#br0" timeOffset="36478">11474 6453 7353,'15'16'3276,"0"-1"-346,-4 0-2120,2 3-91,2 4-89,-1 0-180,0 2 0,0 0-91,-1 1 1,-1-1-563,0 1 473,-2-3-90,-1-2 335,0 3-425,-3-9 168,2 8-348,-4-13-899,-2 3 899,-9-12 149,-5-11-149,-5-5 0,-1-11 0,4 4 0,-1-3-267,2-2 357,1-1-616,3-2 616,0 0 0,3 0 90,2 2 0,3 3-136,2 4 226,1 1-90,2 4 180,5-4-180,-2 6 0,3-1 337,-1 7-337,-1 5 623,1 1-623,-1 7-31,1 7-959,2 15 450,-3-6-179,-2 9-721,-5-13 91,0-2 0,-1 0 1259,-1-2 0,1-2 0,-2 1 0</inkml:trace>
  <inkml:trace contextRef="#ctx0" brushRef="#br0" timeOffset="36741">11783 6298 12390,'20'22'3276,"-1"4"-795,-5 5-1852,3 12-449,-7-16-180,3 6-1259,1 1-90,-5-13-1260,5 10 2609,-8-20 0,1 1 0,-3-6 0</inkml:trace>
  <inkml:trace contextRef="#ctx0" brushRef="#br0" timeOffset="37310">12214 6096 19046,'14'16'900,"-1"1"-720,-4 1 179,4 12-179,-2-3-180,3 8-90,-6-11-180,-1-2 1,-1-2-181,-1-3 0,0 0-2338,3 6 1528,-4-8-89,2 3 1349,-5-12 0,0-4 0,-1 0 0</inkml:trace>
  <inkml:trace contextRef="#ctx0" brushRef="#br0" timeOffset="37719">12239 5987 7083,'18'-18'3276,"-2"4"-256,-4 7-2120,-1 4 359,4 1-719,-5 3 269,8 8-449,-8 1-90,2 5 0,-6 0 0,-1 2-90,-2 2-1,-2 1 91,-3 21-180,0-11 0,-2-3 0,1-2 0,-1 0 0,-2 2-90,4-15 0,0-1 90,1-1-90,1-2 0,0-2 0,2 0 0,1-2 0,1 0 0,2-1 0,2 0 0,0-1 0,2 0 0,1 1-90,2-1 90,0 1 0,5 1 0,-5 0 0,2 2 0,-7-2 0,-1 2-90,1 4 0,-5-1 0,1 4-449,-10 11-361,-3-3-2377,-18 21 3106,10-20 1,-7 3 0,13-16 0</inkml:trace>
  <inkml:trace contextRef="#ctx0" brushRef="#br0" timeOffset="45029">22431 13867 14369,'0'22'1349,"1"1"-989,-2 1 0,1 3-270,0-1 0,1 0-956,-1 7 0,0 1 731,0-6 0,1-2-314,-1 11-181,1 1-719,0-3 1349,0-9 0,-1 0 0,0 5 0,0 11 0</inkml:trace>
  <inkml:trace contextRef="#ctx0" brushRef="#br0" timeOffset="45672">23797 13087 5734,'1'-25'3276,"-1"6"0,1 3-1193,0 4-1364,0 2 1,0-1-180,0 1-1,0 1 271,1-2-450,-1 3 89,1-1 1,0 3-90,1 4-180,2 4 0,-1 4 0,4 20-90,-4-2-180,2 16 0,-3-4-270,-1 4-480,0 1 255,-2-9 1,-1 0-2097,0 17 2006,0-17 1,0-1-586,-1 13 1260,0-2 0,-1 6 0,-1-1 0</inkml:trace>
  <inkml:trace contextRef="#ctx0" brushRef="#br0" timeOffset="57111">25247 10061 14819,'15'-6'1169,"-2"1"-899,-4-1 0,-1-1-91,3-2 1,-1 0 0,0 0-90,1-2 0,0 0-90,0 0-180,-1-1-90,0 1-179,1-1-91,-1 0-809,0 1 1349,7-10 0,-6 9 0,4-7 0</inkml:trace>
  <inkml:trace contextRef="#ctx0" brushRef="#br0" timeOffset="58032">25233 10086 12210,'21'-17'1638,"-2"-1"0,1 0-776,1-1-458,3-4 1,1-1-3012,9-11 2742,-14 16 0,0-1 225,15-16-180,-6 8 90,5-6-90,-3 3-289,-9 8 1,2 0 198,-4 3 0,0 0 0,8-7 0,-1 0-45,-9 9 0,0 0 0,2-2 0,-1 1 45,13-14 0,-4 3 0,5-5-90,-9 8 90,-1 4-90,-2 1 825,1 0-825,11-10 90,-9 7-302,9-8 212,-12 10 1364,2 0-1319,-3 1 0,1 0-45,6-8-66,-6 8 1,0 0 155,0-2-90,2 1-732,-2 1 732,2-2-280,-2 2 280,1-1 0,-1 1 0,-1 0 0,0 0-177,-1 0 177,0 0 0,-1 1 0,0-1 0,-1 0 0,1 0 0,-2 0 0,0 1 0,1-1 0,-1 1 0,0 0 0,0-1 0,-1 1 1213,1 0-1213,-1 1 0,2-1 802,-2 1-802,8-8 0,-7 7-622,6-6 622,-9 9-517,8-8 517,-5 6-298,5-7 298,-5 9 0,-2 0 0,1-1 0,-2 1 0,2-2 0,13-18 0,-10 14 0,9-12 0,-16 19 1136,1-1-1136,5-9 0,-3 7 90,2-7-90,-5 12 802,-1-3-802,6-9 0,-3 3 369,4-4-369,-1-1 0,-3 9 0,2-8 0,-4 9 0,-3 3 90,3-3-90,-1 0 0,2-3 0,1 0 0,-2 2 0,3 0 0,-3 2 0,1 1 0,2-4 0,-4 6 0,3-5 0,-3 7 90,1-3-90,-1 1 90,2-1-90,-2 2 0,-1 2 90,2-5-90,-2 5 0,1-3 90,-4 7-90,-1 0 0,0 2 0,-1 0-180,1-2-270,-2 3-2827,1-1 2567,-12 14 0,2-4 1,-9 11-1</inkml:trace>
  <inkml:trace contextRef="#ctx0" brushRef="#br0" timeOffset="58673">25033 9793 9781,'5'-14'3276,"-1"2"-255,1 10-2392,1 5 271,8 8-540,-1 6 179,10 21-269,-8-6-90,-2-3 0,1 7 0,-2-4-453,-3-8 1,-1 1 302,6 14 0,2 7 0,-2-6-1077,1 7 957,-3-11 1,0 0-181,-1-1-90,0-2-90,-1-1-269,0 0-631,-1-1 91,-1-2-90,0-4 1228,-2-3 0,-1-5 0,-2-2 0</inkml:trace>
  <inkml:trace contextRef="#ctx0" brushRef="#br0" timeOffset="59438">27357 7145 7713,'0'-16'3276,"1"1"0,0 6 0,0 2-2490,4 9-157,2 19-359,1 7-3392,0 17 3212,-4-17 0,-1 1 0,0-2 0,0 3-579,0 3 0,0 4 0,-1-2 534,0 0 0,0 0-516,0 11 0,0-2 471,-2-16 0,0-3-113,2 23-67,-1-1-180,0-14 0,0 1 544,0-8 1,0-1-590,1 9 0,-1-1-944,1 10 649,-1-14 1,1 1 699,-1 13 0,-2-13 0,0 0 0,-2 13 0</inkml:trace>
  <inkml:trace contextRef="#ctx0" brushRef="#br0" timeOffset="67676">2693 6871 10051,'2'20'2969,"0"1"-2250,1 4-179,1 4-760,0 7 670,1 3-740,-1-12 0,-1 4 560,2 8 0,-1 5 0,1-2-506,0 5 1,0 4 343,-2-11 0,0 7 0,0 3 0,0-3 0,-1-5-605,0-4 1,-1-4-1,0 4 551,0 4 0,0 7 0,-1 1 0,0-1 0,0-5-661,0 2 0,-1-5 0,0 3 652,1-5 0,-1 2 0,0 0 0,0-1-15,0 6 0,0-1 0,0-1-248,0-4 1,0-2-1,0 1 278,0 1 0,0 0 0,0 1-30,-1 2 0,1 0 0,-1 0 30,1-4 0,-1-1 0,0 1 30,0-1 0,0 0 0,0 0-30,0 3 0,0 0 0,0 3 30,0-3 0,0 2 0,-1 1 0,1-3-31,0 2 1,0-3 0,0 5 12,0 0 0,-1 6 0,0 1 0,0-2 0,1-5-314,-1 0 0,0-5 0,0 2 309,1 0 1,0 3-1,0 0 1,0-3-8,0 2 0,-1-3 0,1-2 133,0 9 1,0 3-104,1-11 0,-2 6 0,1 2 0,-1-1 0,1-4-60,-1 5 0,1-5 0,-1 4 6,1-6 0,-1 3 0,1 1 0,-1-2 0,1-5-6,-1 2 0,1-5 0,-1-1-140,0 13 0,-1-1 155,1 0 0,0 2 36,0 0 0,0 4 0,0-4-51,0-13 0,1-1 0,0 1 0,-1 12 0,0 3 0,1-4-30,-1-3 0,0-3 45,0 3 0,0-1-126,1 0 0,-1 0 126,0-1 0,0 0-45,1-3 0,0-2 45,-1-2 0,0-2 0,2-5 0,-1 0 1041,-1 21-996,1-3-90,0 1 0,2-2 90,1-1 1181,0-4-1271,2-1-90,2-3 0,0-3 0,3-2 1864,0-6-2044,2-4 949,2-3-2658,0-6 1136,1-2-506,-1-6 1609,-3-3 0,-2-2 0,1-1 0</inkml:trace>
  <inkml:trace contextRef="#ctx0" brushRef="#br0" timeOffset="68263">2646 12304 18686,'-8'16'360,"2"-4"-450,4-3 90,3-3 0,2-1 90,2 1-90,1-1 270,13 2-90,-3-4 0,18 1-607,-2-4 607,10-1-1296,-11 0 0,2-2 1206,1 0 0,2-1 0,8 0 0,1-1-737,-3 0 0,3-2 766,0 0 1,3-1 0,-1 1-90,-8 0 0,-2 1 0,2-1 15,-2 0 0,2 0 0,2 0 0,1-1 27,0 1 0,4-2 0,1 1 0,-2-1 0,-3 1-687,8-1 1,-4 1-1,4-2 615,-7 2 0,3 0 0,2-1 0,-2 1 0,-4 0-260,1 1 0,-4 0 1,0 0 289,3 0 0,1 0 0,-1-1-30,-1 1 0,0 0 0,1 0 30,0 0 0,0 0 0,0-1-30,-1 1 0,0 0 0,2 0 22,0 0 1,3 0-1,1-1 1,-4 1 7,3 0 0,-2 0 0,3-1-93,-6 2 0,4 0 0,1-1 0,-2 0 0,-4 1 63,0 1 0,-5-1 0,4 1 22,8-2 1,6 1 0,-1-1-1,-7 1-33,5-1 1,-2 1 10,-6 1 0,5-1 0,0 1 0,-5 0 45,3-1 0,0 0-45,-5 1 0,4-1 0,0 0 0,-5 1-45,4-1 0,-3 0 15,-2 0 0,2 0 0,-6 1-60,15-3 1112,-7 1-1382,-2-1 0,-1 0-180,-1-1-89,-1 0-766,-12 2 1,0-1 45,11-4 1349,7-7 0,-13 3 0,-2-3 0</inkml:trace>
  <inkml:trace contextRef="#ctx0" brushRef="#br0" timeOffset="69122">6632 6658 12750,'0'-14'3276,"-2"1"0,5 36-2003,-1-4-2912,1 11 1,2 6 1420,-2-6 1,1 2 262,1 8 0,1 2-623,-1 0 1,0 0 667,0 0 0,0 1-831,0-1 1,-1 0 785,2 1 0,-1 1-45,-1 0 0,1 1-447,-1-1 0,1 2 477,-2-10 0,0 0 0,0 0 107,1 12 0,-1 0-107,0-13 0,0 1 0,-1 1-8,0 0 1,0 2-1,0 0 1,0-1-23,-1 5 0,1-1 0,-1 3 1,0-2 0,0 2 0,0 1 1,-1-4-2,0 0 0,0-4 0,-1 2 30,-1 4 0,0 2 0,1-3 168,0-8 1,0-2 0,0 2-199,0 9 0,-2 3 0,1-1-1,1-5 1,0-1 0,-1 0 0,1 0 0,-1 0 0,0 0 30,0 4 0,0 1 0,0-1-137,1-5 0,-1 0 1,1 0 136,-1 1 0,1-1 0,-1 2-30,1 3 0,-1 1 0,1-2 30,0-9 0,0 0 0,0 1 0,0 9 0,1 1 0,-1-1-202,1-10 1,-1-1-1,1 1 202,0 10 0,0 2 0,0-3 88,0 7 0,0-2-118,0-11 0,0 1 0,-1 1 113,1-2 1,-2 2 0,1 0 0,0-3-114,0 1 0,-1-3 0,1 4 17,-1 0 1,0 5 0,-1 1 0,1-2 0,-1-4 12,0-2 0,0-2 0,-1 0-30,0 14 0,-1 2 0,0-5 316,-1 0 0,-1-4-316,1 1 0,-1-1 45,-1-1 0,0 0-45,0-1 0,0-1 0,0-4 0,1-1 45,0-3 0,0 0-45,-1 3 0,0-2 0,-3 15 596,4-19 0,0 2-551,-4 12 0,0 0-45,0 1-45,0-1 0,0-3 1337,7-18-1382,-2 2 2766,4-11-2766,0-2 1620,1 1-2250,0-4-2557,0 2 2457,-1-12 1,1 3 0,-2-8 0</inkml:trace>
  <inkml:trace contextRef="#ctx0" brushRef="#br0" timeOffset="70427">2642 10809 5734,'19'-5'1638,"24"-3"0,7-1 0,-18 3 0,0 0-1961,9-1 0,5-1 0,-2 1 638,6-2 0,-3 1-91,-4 0 1,1 1-434,-6 1 0,2 0 0,-2 1 344,6-2 0,0 2-162,-10 1 0,1-1 1,-1 1 161,10 0 0,0 0-414,-9 0 1,1 1 0,-1-1 413,12 0 0,0 0 32,-11 1 0,0-1 1,0 1-78,0 0 0,0 1 0,1-1-30,0 0 0,0 0 0,0-1-1,0 1 1,1 1 0,0-2 0,3 0 0,0 0 0,0 0-30,-3 1 0,-1 0 0,1-1 30,4 0 0,2-1 0,-1 1-30,-1-1 0,1 1 0,-1-1 30,0 1 0,0-1 0,-1 0-21,-5 1 0,-1 0 0,2-1 28,2 1 1,3-1-1,-1 0 1,-2 1-38,-4 0 0,-1 1 0,1-1-8,4-1 1,3 1-1,0-1 1,-4 1 22,9 0 0,-3-1-15,-11 2 0,1-1 0,1 1 29,5-1 1,2 0 0,-3 1-15,8-2 0,-1 1-15,-8 1 0,1 0 0,-3 0 15,-2-1 0,-2 1-45,3 0 0,0 0 45,-6 0 0,1-1-45,1 1 0,2 0 371,2-1 0,-1 0-281,16-1-90,-20 1 0,0 0 90,10-1 948,-1 0-1038,-1-1 0,-2 1 90,-1-1 1766,-4 1-1856,-2 0-90,5 0 90,-10 1-90,4-1-179,-1 2 89,-7 0-90,5-1 0,-11 2 1470,-2 0-2369,1 0 1694,-5 1-525,1 0 0,-7 0 0,0 1 0</inkml:trace>
  <inkml:trace contextRef="#ctx0" brushRef="#br0" timeOffset="72014">7346 10388 7173,'8'-19'3276,"0"3"-76,-3 9-2300,1 0-181,2 2-89,-1 1 359,6 3-629,-1 4 630,20 19-541,-7 12-359,-9-13 0,-1 1-163,-4 0 0,-1 2 208,2 13 0,-1-1-90,-4-12 0,0 2 75,3 8 0,0 4 0,0-5-120,2 14 45,-4-14 0,1-1 45,1 0 0,0-4 0,4 6 0,1-8-90,0-2 179,4-7-179,-10-12 90,5-1 0,1-10 236,-4-2-326,5-8-90,-9 4 90,-3-1 0,-2 1 0,-2 2-90,-3-4 0,0 7 90,-4-2-90,1 6 90,-1 1-89,-1 1 89,1 2-90,-2 1 90,-1 4-90,0 1 90,-10 15 0,8-5-90,-6 10 90,10-5 0,2-1 0,1 3 0,2-2-90,1 0 90,3 4 0,1 2 0,4 16 0,1-10 0,4 8 0,1-2-257,-4-12 257,3 6-103,-5-10 14,-2-7-451,-3 11 180,-3-11-90,-5 8-539,-12 4-360,1-4-566,-11 7 656,5-10 1259,-12 7 0,0-4 0,13-9 0,1-1 0</inkml:trace>
  <inkml:trace contextRef="#ctx0" brushRef="#br0" timeOffset="77557">8493 10687 5821,'3'22'3276,"0"0"-613,0 3-1943,-1 3 89,1 3 1,0 2-450,0 8-1228,-1-9 1,0 0 1046,0 0-89,-2-1-114,2-3-246,-2-4-540,0 6 181,0-8-631,0 5 1,0-10-1350,-1-3 5885,0-2 0,-10 0-2457,4-15 0,-6 0 0,5-15 0</inkml:trace>
  <inkml:trace contextRef="#ctx0" brushRef="#br0" timeOffset="78509">8413 10822 5734,'1'-22'1619,"0"1"-270,2 3-270,0 1-269,1 2-1,1 1-179,0 2 360,3 0-181,2 5-539,1 3 0,0 5 0,-1 4-90,0 2 359,19 23-269,-3 0-225,-10-11 0,1 1-257,1 0 1,-2-2 301,6 2 0,6 5-297,3-9-63,-1-5 0,1-1 0,-5-8 0,-3-4-629,22-16 629,-13 4 90,-8 3 0,0-4-405,1-11 1,-3-3 494,2-10 359,-4 7 1,-5 2 0,-12 5 90,-6 9 590,-1 9-51,-1 2-319,-3 2-130,0 2-90,-2 2 0,2 3-90,-1 2 89,0 1-179,-1 3 90,2 1-90,0 1 0,2-1 0,1 0 90,2 4-180,2-4-90,1 2 90,2-5-180,1-1-90,1-1-450,4-1-269,3-3 269,1-1 90,0-2-809,6-6 719,-6 1 1,7-4-271,1-2 630,-6 4 180,5-4 90,-6 4 90,-1 1 540,8-1-450,-8 4 90,7 1 0,-11 4 0,1 1-1,-1 2-89,2 1 90,-1 3-90,0 1 0,0 2 0,-1 1 180,1 6-270,-4-4 89,2 3-89,-4-7 0,0-1 0,-1-1 180,1 3-450,-1-5 0,3-4-179,0-17 269,2-1-90,0-8 90,1 2 0,-1 0-180,9-15 270,-4 9-90,6-9 180,1 7-90,-4 8 0,5-2 0,-9 10 90,7-3-90,-5 6 90,10-7-90,-8 9 0,4-2 0,-5 5 0,-1-1 0,1 1 0,0 0 90,-1 0-90,1 1 0,-2-1 0,4-1 180,-1 0 0,-1 1-1,-4 1 271,-4 2 90,2 0-90,-2 0 629,2 0-809,1 3 270,-3 3-271,1 2 361,0 16-360,-1 1-90,0 8-90,-1 1 180,0 16-270,-2-16-90,2 14-180,-3-25-180,0-1-809,0 7-90,0-8 4625,-1 3-2457,-1-2 0,-1-10 0,-2 4 0</inkml:trace>
  <inkml:trace contextRef="#ctx0" brushRef="#br0" timeOffset="78898">9602 10617 18147,'20'-5'269,"-1"-2"-3546,-1-4 444,2 0 3097,5-4-804,1 1-179,1 0-631,-1 0 91,0 1 4535,0 1-1638,-1 1 0,0 0 1638,0 0 0,15-6-2560,-33 13 1,0 1 0,-1 0 0</inkml:trace>
  <inkml:trace contextRef="#ctx0" brushRef="#br0" timeOffset="79069">9975 10439 18506,'-3'14'1530,"1"11"-1351,2-14 181,1 15-360,-1-14-90,1 5-629,0 3 3995,0 0-2457,-2 3 0,1-9 0,-3-6 0</inkml:trace>
  <inkml:trace contextRef="#ctx0" brushRef="#br0" timeOffset="79258">9916 10458 21835,'-5'-17'-3277,"1"1"2146,0 2 1311,0 0-90,1 2 90,0 1-90,0-1-180,3 1-720,2-1 91,5 6-631,2 1 4626,3 5 0,21 5-2839,-14-2 1,18 3-1,-20-3 1</inkml:trace>
  <inkml:trace contextRef="#ctx0" brushRef="#br0" timeOffset="79805">10291 10291 18416,'15'-15'-2608,"-1"-1"2878,-9 6 359,0-1 1,-5 3 0,-2 1-91,-3 0-269,-3 5 0,0 3 0,-2 4 180,-3 9-270,1 3 0,-3 8-1,4 0-89,3 2 90,4 0 0,1 1-90,2 8-662,1-8 0,1-1 572,7 0 90,3-2-172,0-5 82,3-3 0,-1-5-180,1-2-359,24-6 269,-9-4 45,1-5 0,1-2-45,3-7-601,-7 0 0,0-1 691,7-10 90,-14 10 0,0-1-22,2-9 1,-1 0 21,7-15 0,-6 6 0,-3 0 1,-1-6 89,0-7 0,-10 16 159,0-9-69,-4 12 0,-1-5 90,-3 17 90,-6-5 1333,2 9-1423,-4-1 978,2 10-1068,0 3 0,-2 3 90,-10 14-90,3 2 0,-6 12 0,0 13-698,7-9 608,6-11 0,0 1-1728,2 9 1728,3 1-1116,6 13 1205,4-11-89,4 6 45,3-21 0,2-2-135,4 3 387,14 7-926,-6-24-226,1-8 1,2-3 314,9-1 1093,-9-2 1,0-2-2263,12-11 1169,-19 7-719,15-12 629,-28 17 1599,1-4-1598,-7 6-1980,-2 0 2609,0 2 0,-1-2 0,-1 4 0,0-1 0</inkml:trace>
  <inkml:trace contextRef="#ctx0" brushRef="#br0" timeOffset="79838">11045 10377 28671,'0'0'0</inkml:trace>
  <inkml:trace contextRef="#ctx0" brushRef="#br0" timeOffset="80419">11217 10398 16258,'-17'4'-2609,"3"-1"2699,9-2 450,-2 0-90,2-2 269,1-2-359,6-9 0,5-2-270,1-4 0,1 0 269,1-8-269,-3 8 180,3-12-90,-7 17-90,-1 0 270,-3 5 0,-3 3-180,-5 4-1,-2 4 1,-4 8 0,-1 3 180,-10 13-180,7-4-403,-5 7 313,10-8 90,3-1-137,3-1 47,4-3 0,2-2 0,2-2-1,4 0-89,2-1-89,3-2 219,1-1-579,4-2-222,2-2-678,2-2 4625,6-3-1638,12-7 0,3-2-1078,6-2 1,-1-2-1,-1-1 1,-2-4 0</inkml:trace>
  <inkml:trace contextRef="#ctx0" brushRef="#br0" timeOffset="80887">11887 10121 18776,'4'34'1529,"-2"-6"-1349,-7 14-665,1-10 665,0 1-764,0 1 674,-1 1-1,0-1 91,-2 14-90,2-16 0,-2 8 0,3-20 0,1-3 248,0-3-248,0-2-90,1-4 0,-1-1 222,-1-15-222,3-10 0,0-12-45,2-5 0,3-6 45,-1 6 0,1-2 0,0 1-782,0-10 1,1 0 781,0 8 0,1-2 0,0 7 0,1-2-406,6-12 406,-5 26 0,1 0 0,1 10 90,-3 7-90,3 0 0,-4 7 2163,3 3-2163,-1 3 90,4 8-90,-1 3 0,2 8 0,5 17-52,-4-8-263,-4-4 1,0 0-2192,2 7 2146,-6-13 1,0-1-1081,1 9 4716,-2 0 0,-1 13-2756,-3-19 1,-2 8 0,-3-23 0</inkml:trace>
  <inkml:trace contextRef="#ctx0" brushRef="#br0" timeOffset="81053">11812 10475 5734,'22'-17'3276,"2"1"-1638,0 2 0,3-1-983,7-3 0,-2 1 1,1 0-1,9-5 0</inkml:trace>
  <inkml:trace contextRef="#ctx0" brushRef="#br0" timeOffset="83237">2864 7253 28671,'-7'-1'0</inkml:trace>
  <inkml:trace contextRef="#ctx0" brushRef="#br0" timeOffset="83657">2800 7231 5734,'-13'-6'3276,"1"0"0,6 4 0,2 0-2850,6-2 204,36 0-451,-5-1-1190,7 1 1,10 0-1,-4 1 1056,-7-1 0,0 1-15,3-1 0,4-1 0,-4 2-766,0-1 1,-3 1 735,-2 1 0,1-1-270,3 0 1,2 1 299,-10 0 0,1 0 0,0 1 15,12-1 0,0 1-457,-12 0 0,1-1 1,0 2 456,10-1 0,0 0-45,0 0 0,0-1 45,0 1 0,-1-1-45,-1 0 0,3 0 30,1-1 0,3-1 0,-1-1 30,-10 1 0,-1 0 0,4-1-25,-1 0 1,4 0 0,2-1 0,-1 0 0,-5 1-6,6-2 0,-4 0 0,5 0 6,-4 0 0,5 0 0,1 0 0,-2 0 0,-5 0-6,0 1 0,-5 0 0,2 0-8,3 0 1,2-1-1,1 0 1,-5 1 7,-4 0 0,-4 1 0,3 0-51,3-1 1,2 0-1,1 0 1,-3 0 50,0 0 0,-1 1 0,1-1-226,-1 1 0,3-1 0,0 1 0,-5 0 241,11-1 0,-3 0-45,-11 2 0,2-1 0,-2 1 0,11-1 0,-2-1 336,0 0 1,3-1-315,-9 2 1,5 0-1,0-1 1,-3 1-23,1-1 0,-2 0 0,1 1 28,0-1 1,3 0 0,-2 0-1,-3 1-28,6-2 0,-3 0 0,-1 0 0,-2 0 463,13-2-463,-23 3 0,2 0 518,4 0 1,-2-1-789,6-1 45,-8 2 0,-3 1-224,-5 0 40,-3 2-941,-4 1 2538,-1-1-2447,-2 1 1629,-3 1 0,-2 0 0,-1-1 0</inkml:trace>
  <inkml:trace contextRef="#ctx0" brushRef="#br0" timeOffset="84599">2606 6162 17877,'-7'-27'-3277,"1"3"2506,2 9 951,0 1 90,0-1 0,2 4 0,-2-1-1,1 2 91,0 1-90,0 1 1349,2-1-1349,-1 12 180,4 17-270,-1 10-1358,4 16 1268,-2-17 0,0 2-994,1 1 0,0 1 949,1 6 0,0 3 14,-1-3 1,1 2 0,-1-2-60,1 1 0,-1 0-60,0 0 0,-1 3 1,1-1-61,-1-8 0,1 0 0,-2-2 30,2 8 0,-1 0-741,1 3 1,0-3 290,0 2-180,-1-4-629,2 0 90,-1-2 1191,0 7 1,0-14-1,-2 4 1</inkml:trace>
  <inkml:trace contextRef="#ctx0" brushRef="#br0" timeOffset="85606">2539 5988 7353,'22'-6'3276,"24"-1"-256,-10 3-4298,1 1 1,3-1 1547,-7 0 0,2 1 30,4-1 0,4 0 0,1 0-885,2 0 0,0 1 0,1-1 652,-9 0 1,0 1 0,1 0-1,1-1 45,7 0 1,3-1-1,-1 1 1,-3-1-313,2 0 0,-3-1 0,1 1 244,-5 0 1,2 0 0,0 0 0,-2 0-270,2-1 1,-2 0-1,-1 1 255,-3 0 0,-1 0 0,1 1-161,3-1 0,0-1 0,-1 1 161,-2 1 0,-1-1 0,1 1 0,4-1 0,1 0 0,1 0 255,-2 0 0,0 0 0,4 0-249,-4 1 0,5-1 0,1 0 0,0 0 0,-4 1 36,-3 0 1,-3 1 0,0 0 0,4 0-58,-1-1 0,3 0 0,2 0 0,-1 1 0,-1-1 0,-6 2-15,7-1 0,-5 1 0,1 1-123,6-1 0,1 0 0,-3 0 123,5 2 0,-1-1 0,0 1 0,1 0 404,-1 0 1,0 0-405,-1 0 0,0 0 45,-2 1 0,1 0-15,-12 0 0,1-1 0,-2 0 15,2 1 0,1 0 0,13 0 0,-3 0-45,0 0 45,-16 0 0,-1 0-45,7 1 216,-5 0-216,-5-1 1492,-4 1-1492,-6-1 0,-2 0 0,-2 0 90,-3 0 2450,-1-1-2540,-1 1 1598,0-1-1598,-2 1 941,1-2-941,-1 1 302,1-1-302,-1-1 0,-2 0-90,0-1 90,-1 5 0,-1 7 0,1 1 0,1 6 0,-1-5 0,1 2 0,1 3 0,0 5 0,2 3 0,-1 6 0,1 2 0,1 3-398,-1 2 488,1 3-792,-2 1 0,1 1 657,-3-14 0,1-1 45,2 17 0,-1-2-180,1 4 90,-2-18 0,0 3-180,1 7 0,0 0 90,-1-6 0,1 2-45,2 10 1,-1-2-91,-1-15 0,-1-1-360,0 5 1,1-1-676,3 18 91,-2-7 1066,0-3 0,1 7 0,1 1 0</inkml:trace>
  <inkml:trace contextRef="#ctx0" brushRef="#br0" timeOffset="87461">5829 6254 5734,'21'-46'1638,"-10"22"0,2 0-308,7-11 0,3-1-2205,-4 6 0,2-1 1370,7-7 0,3-1-503,-4 6 0,3 0 0,-1 1 218,-3 4 0,-1 2 0,1-1-324,4-4 1,2-1 0,-2 2 338,6-3 0,1 0 104,-3 3 1,4-2 0,3-1-444,-10 9 0,1-1 0,2 0 0,-1 0 0,-1 2 136,-1-2 1,-1 1-1,-1 1 1,1 0 7,13-8 0,1 1 0,-8 5-73,3-1-226,-9 7 413,-8 4 0,1 0-2843,9-6 1440,-5 3-90,-7 4 1349,-14 8 0,-3 2 0,0-1 0</inkml:trace>
  <inkml:trace contextRef="#ctx0" brushRef="#br0" timeOffset="87690">6926 4971 6273,'9'-16'3276,"2"1"0,5 4-1013,3 2-1453,6 0-90,-1 3-91,0 3 361,12 4-631,-8 4 1,9 4-90,-11 2 180,-4 11 0,-2 4-361,0 4-873,-3-2 1,-4 1 423,-10 0-359,-3 2-893,-3 0 263,-3 2 1349,-9 12 0,-1-10 0,-8 9 0</inkml:trace>
  <inkml:trace contextRef="#ctx0" brushRef="#br0" timeOffset="89382">7525 5290 9691,'12'20'3276,"7"13"-525,-5-11-2932,7 12 721,-5-7-91,0 1-89,1 1 0,6 14-45,-9-17 0,0 0-903,-3-2 1,1-1 677,0 1 0,-1 0 90,1 4-356,0 1 266,-1 0 90,4 14-180,-7-18 0,3 10 0,-8-25-270,-1-1 599,-13-24-374,-2-12 0,-2-5 0,0 3 0,-1-2-21,-5-14 1,1 0 65,6 17 0,2 2-45,0 2 0,1-1 45,-2-2 0,0 1-90,-4-14 90,6 17 0,2-1 399,-6-22-399,7 15 0,-1-16 0,9 24 0,1-3 0,3 11 0,1 2 0,3 3 90,5 1-90,-1 5 1391,3 3-1391,7 10 0,-3 0 533,9 8-623,3 4 90,-7-4-180,15 10 90,-15-14-90,10 5 0,-17-13 91,2 1-1,-8-5-90,0-2 90,1-1-90,0-3 0,1-2 90,-1-2-90,3-3 90,-3-3-90,1 0 90,-4-1 0,-3 2 90,-1 0 0,-2 0 0,-1 1 90,-1 2 90,-2 1 0,-2 1 180,-2-1-90,-1 3-90,-2 0 269,-2 5-179,2 1-90,-2 3 0,3 1-90,-1 1 90,2 1 0,0 2-90,1 0 90,1 4-90,1-3 0,2 6-90,2-7-360,5 4 90,-2-6-630,7-1 361,-3-3-900,7-4 179,-4-1-89,3-2 1349,0-3 0,-5 2 0,3-2 0</inkml:trace>
  <inkml:trace contextRef="#ctx0" brushRef="#br0" timeOffset="89683">8034 5178 11221,'11'-10'1079,"-1"2"-449,-5 7-361,0 1 451,5 3-360,-1 3-270,1 0 90,-2 1-90,-3-2 0,-1-1 0,1 0-1,-2-1-89,1 0-179,-1 1-361,1-3 270,0-3-180,0-3 270,-1-2-89,1-9 89,-1 4 180,2-5 0,-1 6 90,1 2 0,-1 4-90,0 1 90,1 0-1,1 0 1,-1 1 0,3 0 90,2 0-180,0 0 90,7-1-180,-5 0-90,4 0-179,-2-2-271,-1 1-539,1-3-1530,-1 0 91,-1-1 2608,2-5 0,3-4 0,2-5 0</inkml:trace>
  <inkml:trace contextRef="#ctx0" brushRef="#br0" timeOffset="89894">8400 4805 5914,'-4'-22'3276,"8"16"0,-3 1 0,14 29 0,-5-4-2947,1 5 0,0 3-509,4 14-200,-5-17 1,-2-1 19,2 9 0,-5-16 52,-2-2-232,-1-3-89,-1-1-721,0-3 1,-2-1 1349,1-2 0,-2-1 0,-1-1 0</inkml:trace>
  <inkml:trace contextRef="#ctx0" brushRef="#br0" timeOffset="90059">8435 4960 5734,'-6'-23'3276,"1"1"0,4 6-384,1 1-2172,2 1 449,2 0-719,0 8-90,2-1 539,4 5-899,3 5-360,-1 1-1618,3 6 628,-8-5 91,3 4 1259,-3-5 0,-1 1 0,0-1 0</inkml:trace>
  <inkml:trace contextRef="#ctx0" brushRef="#br0" timeOffset="90557">8808 4445 10861,'-17'8'3276,"2"1"-1695,1 5-1041,3 0-1,-3 7-89,4-2 360,-1 11-451,4-7-89,1 4 0,5-9 180,4 9-360,2-4 90,3 5 0,1-7-90,1-5 0,-1-3 0,2-2-1,1-2 1,1-3-90,0-1 90,6-3-180,4-6 90,-1 0 0,5-8 0,-9 0 0,2-3 0,0-1 0,4-11 0,-8 8 0,3-7 0,-8-1 0,-5 11 0,0-6 90,-6 10 180,-3 3-180,-6 14 0,2 2-90,-3 11 0,8-4 90,3 1-90,2-5-90,4 4-180,1-6-539,8 0 179,-1-4-809,6-2 90,-3-3 89,4-4 1260,2-2 0,7-5 0,1-2 0</inkml:trace>
  <inkml:trace contextRef="#ctx0" brushRef="#br0" timeOffset="91378">8985 4236 11221,'-12'-9'3276,"2"2"0,5 9-2183,3 3-283,3 15-540,3 2-442,4 12 442,1 1 0,2 0-91,0-3 1,2 0-135,-3-8 0,0-1 45,4 10 0,1-1 0,4 3 0,-1-6 0,0-4 0,1-1 109,0-3-110,1-2 1,6-3-90,-6-6 90,3-2-180,0-10 90,-3-3-135,3-7 1,1-3-46,3-6-226,-3-4 1,-2-1 225,-2-4 45,-7 3 0,0-2 46,-1-4-91,-1-11 90,-7 16 0,-3 3 312,-1 4-312,-6-5 0,1 8 90,-5-3 0,2 10 0,-1 2 0,-1 2 0,0 2 741,-4 4-651,4 2 90,-11 16-90,11-5 0,-6 20 0,12-13 0,4 14-90,4-15 90,7 7-90,3-8 90,3-1-180,11-1 0,-7-7-180,7-4 0,-6-6 1,3-3-631,16-8 180,-9 0-629,7-6 0,-15 4 0,-2-2 1349,-4 1 0,-3 1 0,-4 0 0</inkml:trace>
  <inkml:trace contextRef="#ctx0" brushRef="#br0" timeOffset="92130">8127 5925 20395,'-10'-17'540,"2"3"-450,5 9 90,0 1-90,9 11-90,8 24 0,1-1-112,-3-1 1,1 2 111,-2-6 0,-2 1 45,1-2 0,-1 2-135,3 6 0,0-1-90,0 4-180,-2-8 1,0 0-91,-1-1-1259,3 12 990,-8-24-721,-1 3 361,-6-13 719,-5-8 0,-11-15 270,0-2 180,-6-12-467,1-7 557,2 2-45,11 15 0,0-1 225,-4-13 449,3-11-359,6 12 450,5-11-361,11 1-89,2 12 0,8-9-90,0 16-1,2 5-89,2 3 0,0 4-90,0 4-212,-3 4 212,-3 4 0,-1 4 89,5 11-179,-6 3 0,2 11 0,-8 0 90,-4 19-180,-4-9 90,-3 14-45,-3-17 0,-2-2 45,0 10-235,1-10 0,0-2 145,1-4 0,2-5 292,2-3-202,1-4-90,1-1-90,2-3 90,2 1 0,2-3 1080,2 0-1260,7-1 90,-3-2-90,4-1 0,-7-2-360,5 1 270,-5 0 1,2 1-91,-5-1-90,-1 2 0,-1 0-89,-2 2-181,-3 0-629,0 2-1,-3-1 91,-2 3 1259,-3 1 0,-3 0 0,0-1 0</inkml:trace>
  <inkml:trace contextRef="#ctx0" brushRef="#br0" timeOffset="100030">6906 3844 11400,'3'25'1092,"1"1"0,1 0 0,0 1 58,4 10 1,1 0-1688,-1-6 1,-1-1 625,1-4 1,0-2 0,6 14-180,-2-7-89,1-3-271,0-3-180,0-1-292,-1-4-337,-1-3 221,-3-5 1038,-2-3 0,-2-4 0,-1-1 0</inkml:trace>
  <inkml:trace contextRef="#ctx0" brushRef="#br0" timeOffset="100263">6861 3851 5734,'15'-19'3276,"0"4"0,1 2-1823,-1 6-553,0 2-91,0 5-179,1 2-1,4 4-179,0 5 0,1 5-90,-1 3-336,-3 5 246,-2 2-180,-2 2-135,-6 1 0,-1 1-315,1 6-232,-3-8 0,-1-1-38,-2-3-719,-1-3 89,-1-1 1,0-2 1315,-2-2 0,0 0 1,0-3-1</inkml:trace>
  <inkml:trace contextRef="#ctx0" brushRef="#br0" timeOffset="100715">7237 3963 10861,'15'13'3276,"0"0"-1245,-4 1-1312,1 4-89,1 3 359,5 13-539,-4-8 180,8 17-1196,-11-21 746,3 4 232,-8-12-232,-1-3 168,0 0-258,-2-3 90,-1-1 90,-1-2 153,-3-2-333,-3-7 12,-2-1-102,-6-19 0,3 4 0,-4-11 0,4 4-515,1 1 515,1-1 0,0-8 0,4 11 0,0-5 0,5 14 90,0 2-90,2-2 0,0 4 0,4-1 0,-2 8 695,4 4-695,-3 4-360,7 18 0,-7-7-719,5 20-271,-6-15-1348,3 12 2698,-4-15 0,1 3 0,-3-9 0</inkml:trace>
  <inkml:trace contextRef="#ctx0" brushRef="#br0" timeOffset="101004">7572 3700 19496,'13'15'1349,"6"14"-1169,-9-6-450,5 6 0,0 1-359,1 2-468,-2-7 1,-1 0 4372,3 2 0,4 9-2868,-5-10 0,0 4 1,-7-13-1</inkml:trace>
  <inkml:trace contextRef="#ctx0" brushRef="#br0" timeOffset="103172">7939 3600 7623,'-9'-16'3276,"1"2"-166,6 5-2121,2 0-179,2 0-180,3-1-1,2 1-89,2-1-90,2 1 539,14-1-449,-3 5-360,7 1 269,6 9-269,-16 0 0,17 6 0,-16-4-90,0 1 0,-5-3-90,-7-2 90,-1-1 0,5-3-90,-4-1 90,4-4-90,-4-1 0,-1-2 90,5-9-90,-1 0 0,4-14-90,-6 10-270,5-11 90,-7 16-90,3-6-89,-2 7-91,2-1-180,1 1-1978,5-6 1349,-3 7 1349,2-2 0,-4 7 0,0 0 0</inkml:trace>
  <inkml:trace contextRef="#ctx0" brushRef="#br0" timeOffset="103448">8577 3018 16797,'16'6'2339,"13"24"-2870,-14-6 666,-2-2 0,1 1-587,0 5 542,0 1-90,-1 0-325,5 12 146,-6-13-271,3 8 0,-7-17-90,-2-3-179,-1-3-1980,-2 0 1804,-1-5 895,-4-1 0,2-5 0,-1-1 0</inkml:trace>
  <inkml:trace contextRef="#ctx0" brushRef="#br0" timeOffset="103657">8585 3079 5734,'1'-24'3276,"2"2"0,2 9-2003,1 0-373,2 2-181,2 0 1,2 3-90,1 1-91,1 3-89,0 2-90,1 4 0,0 1-91,5 6 181,7 11-450,-5 1-995,3 9 635,-12-4-89,-2 3-181,-3 2-719,-2 1-1260,-3 10 2609,-1-12 0,-4-2 0,-2 2 0,0-5 0,0 0 0</inkml:trace>
  <inkml:trace contextRef="#ctx0" brushRef="#br0" timeOffset="104152">8936 3140 20126,'11'-13'-1799,"2"0"1978,-7 8 91,4 1-90,-5 3 180,5 4-180,-4 2 0,4 5 0,-2 1 90,3 6-91,1 3 91,6 18-90,-4-8-90,-3-4 0,0 1 0,2 3 0,-3-7 0,-1 0 0,0 1 0,3 8 0,-8-17-90,1 1 90,-3-2-180,-1-7 90,-5-2 0,-5-13 0,-4-8-90,-1-8 90,-6-14-1331,5 6 1331,-4-12 0,8 11 0,2 1-356,0-12 266,4 14 90,0-6 0,5 17 0,0 3 0,3 1 0,0 2 0,7-3 1277,-3 9-1277,8-1 410,-7 10-500,5 6 0,-5 1-360,5 14 0,-5-1-1189,-1 2 1,-1 2 4914,1 2-2621,-3-1 0,-1-1 1,-3-9-1,0 6 0</inkml:trace>
  <inkml:trace contextRef="#ctx0" brushRef="#br0" timeOffset="104477">9178 3102 11940,'12'-22'3276,"0"3"-1245,-2 6-1401,1 2-91,1 0 1,2 2-90,-1 2-3727,1 1 3022,0 1 1474,-1 4-949,-2 1 0,1 4 180,3 7-270,-1 5 0,0 4-1,-5 2-89,-3-3 180,-2 16-90,0 7-90,-1-6 90,0 6-90,-1-31 3186,9 3-3340,-1-14-476,22-15 91,-8 2-181,13-12-1560,0-2 841,-5 0 2987,-13 11 0,1-1-1170,6-10 0,0 0 0,-9 8 0,1 0 0,7-9 0,1 0 0</inkml:trace>
  <inkml:trace contextRef="#ctx0" brushRef="#br0" timeOffset="112978">8793 11821 16528,'20'-16'1978,"21"-3"-1798,-16 11 0,2 1-1819,8-3 1,1 1 1370,-3 0 1,-1 1 357,4-1 0,-1 0-306,-2 1 0,-1 0 306,1 0 0,-1-1 0,3 1 0,0-1-45,9-2 0,-1-1 0,-11 4 0,0 0-90,7-1 0,-2 0 148,3-2-283,-2 2-511,0-1 331,0 0-90,-1 2 0,-3 0-269,-2 0-630,-4 3 4625,1-1-2457,-9 4 0,-4-1 0,-11 4 0</inkml:trace>
  <inkml:trace contextRef="#ctx0" brushRef="#br0" timeOffset="113358">8891 12020 21655,'-24'11'-3277,"3"0"1157,2-2 2210,3-3-90,4 0 90,2-2-90,2 0 90,3-2 1529,1 0-810,17-5 271,15-6-991,3-1 1,5-1-703,-5 2 0,3-2 1,-2 1 702,10-3 0,0 0-30,-10 3 0,0 0 0,0 1 74,12-4 1,-3 1-90,-7 2 0,-1 0 0,7-1 0,-1 0-994,5-2 1039,-5 2 0,-2 1 0,0-1-90,-2-1 90,0 2-710,-2-1 710,-2 1-90,9-3 0,-15 5-146,14-5 56,-24 8 1705,4-2-1795,-13 5 1118,0 0-1838,-1 0 900,-1 1 0,-1 0 0</inkml:trace>
  <inkml:trace contextRef="#ctx0" brushRef="#br0" timeOffset="115683">6401 10728 8522,'6'-29'3276,"6"-15"0,-7 25-1283,3-12-1453,-6 22 0,-1 2 1169,1 1-1439,-7 14-91,-1 5 1,-7 17-959,4-7 1,-1 1 823,-1 2 0,-1 2 0,-2 4 0,-1 4 15,-1 0 0,-2 3 0,1-2-60,3-7 0,1-1 0,-2 4-90,-2 0 0,-1 5 0,-2 2 0,1-2 0,2-4 0,0-2 0,2-3 0,-3 2-68,-3 7 1,-4 3 0,1 0-1,3-8-67,2-5 1,0-2-316,-10 12 0,1-2-269,3-4-541,-2 1-1927,5-11 2740,7-10 0,-2 0 0,6-9 0</inkml:trace>
  <inkml:trace contextRef="#ctx0" brushRef="#br0" timeOffset="115983">5856 10798 20575,'13'-29'-3277,"-2"4"618,-2 3 2839,-3 6 89,0 3-89,-3 2 90,1 1 360,-3 1-91,-2 4-269,-8 5 0,-5 9 0,-7 9-180,2 3 0,-1 2-483,2-3 0,-1 4 528,-5 7 0,-5 8 0,0 2 0,3-5-1130,3-6 1,3-3 0,-3 4 1016,-2 5 1,-2 4 0,-1 0-1,1-2 68,-4 3 0,2-2 0,1-2-745,5-7 0,1-1 1,-1 1 654,-6 7 0,-3 2 0,3-3-368,-4 3 0,1-3 233,5-4 1,-2 1-136,1-2 0,-1 1 0,2-1-90,0-2 0,0 0-90,3-3 1,-2 2-1,2-4-180,3-2 1,1-4 3905,-17 15-2621,11-15 0,0-1 1,-4 0-1,-15 5 0</inkml:trace>
  <inkml:trace contextRef="#ctx0" brushRef="#br0" timeOffset="116284">4786 10959 20575,'15'-33'-3277,"-1"1"887,-2 5 2480,-3 3 90,-1 4 90,-1 5 0,-3 3-90,-1 2 360,-2 3-450,-7 9 89,-3 6-89,-18 21-1027,-1 4 0,-1 5 982,1-3 0,0 1 15,5-7 0,0 3 0,0-2-15,-7 10 0,1-1 0,4-3 0,-1 0 45,1 0 0,-1 1-46,-4 3 1,2 0 0,7-10 0,-2 0 15,-3 3 0,-2 2 0,1-1-60,1-2 0,0 0 0,1-3 0,-1 2 0,1-2-547,-6 7 1,2-4 366,8-9 1,0 0-451,-9 8 0,2-2-629,2-3-90,-5 1 180,13-12 1155,2-5 1,2-4-1,3-4 1</inkml:trace>
  <inkml:trace contextRef="#ctx0" brushRef="#br0" timeOffset="116547">3686 11444 5734,'-19'31'305,"-1"0"1,1 0 0,0 1 0,0-1 0,0 0-1052,1-1 1,1 1 0,0-1 1150,-5 9 0,1 0-180,0-2 0,1-2-225,3-4 0,1-2-1305,2-3 1,0-1 1304,0-2 0,2-1 3276,-6 12-2621,3-10 0,1-1 1,-1 3-1,-8 12 0</inkml:trace>
  <inkml:trace contextRef="#ctx0" brushRef="#br0" timeOffset="118126">9214 12779 9152,'-12'-17'3276,"3"1"-526,1 6-1850,2 0-181,1 2 1,0 0-180,0 2-1,1 0-179,0 0 360,0 2-181,0 1-269,0 5-90,0 2 0,0 8 0,1 2-90,0 4 90,2 8-90,0 2-2342,2 8 2342,0-1-90,3 2-486,-1-12 0,0 0 396,2 13-180,3 11 0,-3-18-180,1-2-676,0 2 406,0-9-1978,0 5 1349,-3-15 1865,0 0 0,-2-8 1,-1-1-1</inkml:trace>
  <inkml:trace contextRef="#ctx0" brushRef="#br0" timeOffset="118367">9007 12772 7623,'10'-28'3276,"1"5"0,4 3-2003,-1 5-463,3 4-91,-1 2-179,1 5 0,1 2-91,5 4 541,22 18-720,-15-1-869,-7-4 1,-3 3 778,-2 9 0,-4 2-403,-2 4 223,-3 1 0,-4 3-179,-2-1-91,-2 2-225,-2-12 0,-1 0-944,-3 12 90,-3 12 4625,-1-20-2621,-2-6 0,-2-2 1,-3 2-1,-12 11 0</inkml:trace>
  <inkml:trace contextRef="#ctx0" brushRef="#br0" timeOffset="118853">9782 13032 14189,'2'23'2518,"2"12"-2158,1-9-520,3 12 519,-2-8-813,0 0 634,1-1 0,-1 0-303,2 11-147,-2-14-90,1 6-144,-4-16 55,-1-3-483,1 1-417,-2-7 1519,1 2 0,-2-8 0,0 0 1</inkml:trace>
  <inkml:trace contextRef="#ctx0" brushRef="#br0" timeOffset="119069">9847 13413 8522,'-17'-47'655,"-1"0"0,1 1 1,1 3-1,1 1 0,4 8 477,4 0 37,4-7-1449,2 12 820,2-3 0,3 14-90,1 1-1,2 2 177,0 2-267,2 3 137,0 2-226,1 4-1,-1 1-89,1 4 598,6 6-598,-6 2 0,14 25-270,-14-14-629,4 25 179,-10-24-180,-3 6-629,-1-8 4625,-2-1 0,-7 14-2457,3-17 0,-4 9 0,4-19 0</inkml:trace>
  <inkml:trace contextRef="#ctx0" brushRef="#br0" timeOffset="119469">9977 13029 10681,'17'-17'3276,"1"1"-2235,-7 5-501,2 1-90,2-2-90,0 2-1,1 0 1,-4 3-90,-1 3 90,-2 1 180,1 1-361,-2 4 91,1 0-90,-4 3 0,0 0 0,-1 3 180,-2 5-270,0-1 90,-2 6 90,-1 13-181,0-11 1,0 10 0,2-17 0,3 5-90,0-5 90,3 5 0,5-1-90,-2-4 90,5 3-90,-3-6 0,-1 0 0,2-1 90,3 5-90,-3-3 0,2 2 90,-6-5-90,-2 1 0,0 1 0,-4-1 0,-1 3-90,-2-4 0,-3 0-90,-2 2 0,-2 0-179,-2 1-91,-2-1-1619,-7 3 720,5-4 89,-4 1 1260,6-5 0,1-2 0,1-2 0</inkml:trace>
  <inkml:trace contextRef="#ctx0" brushRef="#br0" timeOffset="120293">10812 12680 6543,'-28'6'3276,"9"0"0,-1 5-1552,10-1-1185,0 0 1,1 3-90,1 0-91,1 2-89,2 1 90,2 1-180,0-1 270,4 6-270,0-7 89,6 9-89,2-11-90,0-1-90,2-5-90,1-6 0,-2-2 90,3-2-90,-3-2 90,1-1 0,-1-1 0,1-3 90,3-3 0,-4 2 180,5-7-180,-7 9 360,6-10-360,-9 12 90,5-4-270,-5 7-450,1 3-269,3 3 359,-2 2-180,1 1 1,-2-1-181,-1 1-449,1-2-1,0 0 1,0 0 1259,0-2 0,0 0 0,-1 0 0</inkml:trace>
  <inkml:trace contextRef="#ctx0" brushRef="#br0" timeOffset="121072">11014 12766 10051,'17'-10'3276,"-3"2"-1335,-4 7-1491,0 2 989,9 7-1259,-8-3 90,4 4-90,-11-4 0,1 0 180,1 0-91,-3-1 271,3-1-450,-1-7 0,-1-1 0,1-8-90,-3 5 90,1-9-90,-1 7-90,4-10 0,-3 10 90,3-4-90,-1 8 0,0 1 0,1 0 0,1 2 0,0 2 0,2 0 0,0 2-90,2 1 90,3 1-269,18 6 89,-6-2 90,12 4-90,-10-2-722,-1-2 722,-1 0-306,-2-3 396,-2-1-174,-1-2 174,-1-1-179,9-2 179,-4-3 90,4-3 0,-5-2-90,1-5 90,-8 2 90,1-4 0,-10 5 90,-2-3 90,-3-4 0,-2 3 679,-3-4-679,-3 6 0,-2-1 417,-1 3-147,-13-6-360,6 9 285,-9-3-195,11 10-90,0 2 180,-6 4 0,-1 5-90,-1 1-90,4 3 0,7-2 90,0 7-91,4-4-89,0 4 90,6-7-90,1-2 90,2 0-90,1-2 0,2 0 0,0-1 0,2-2 0,0-1-90,1-3 90,1-1-90,1-2 1,1-2-1,7-11 90,-5-1-90,4-10 90,-6 3 0,-4-1-90,0-14 90,-5 8-277,-1-12 187,-3 12 180,-2-2 0,-5-14-651,1 13 651,-3-8 0,2 18 0,1 4 0,0 4 0,1 3 258,1 2-258,0 4 0,1 1 90,0 3 579,-2 3-759,2 5 90,0 9-180,4 15-90,3 2-1572,4 11 1393,3-6 89,-3-11 0,2 0-360,8 21-719,-3-13 0,2 0 2987,-3-6 0,2 0-1170,8 11 0,0-1 0,-8-14 0,1 0 0,2 3 0,1 0 0</inkml:trace>
  <inkml:trace contextRef="#ctx0" brushRef="#br0" timeOffset="121457">12525 11962 5734,'3'-17'3276,"-1"2"-1515,-2 4 757,-1-1-1528,0 3 2286,0-2-2235,2 15-141,6 30-720,-2-4-134,2 3 0,0 3 44,-1-9 0,1 1-1183,2 9 1,2 5 0,-1-3 599,-1-6 0,-1 0-137,2 4 0,2 4 1,-4-9-1099,-1-5 379,3 6 90,-8-25 1259,-1-4 0,0-1 0,-1-3 0</inkml:trace>
  <inkml:trace contextRef="#ctx0" brushRef="#br0" timeOffset="121687">12444 11897 5734,'14'-25'3276,"3"7"0,2 7 0,1 8-2400,-1 9-427,2 2-961,4 6 871,-3 3-89,-1 5-90,-2 2 0,-2 5-180,-4 2-90,-2 2-180,-3 4-495,-5-3 1,-1 2-585,-1 10 719,-1-11 1,0-2 629,-5 7 0,0-9 0,-1 5 0</inkml:trace>
  <inkml:trace contextRef="#ctx0" brushRef="#br0" timeOffset="122162">12879 12085 19496,'15'-9'-1259,"-2"3"1349,-7 4-90,0 1 89,0 3 1,0 0 0,0 3 0,2 3 90,-2 3 90,1 2-90,1 6 270,2 17-360,-2-5-216,1 11 306,-4-11-731,-1 0 731,0 0-90,-1-2 0,-1-4 0,0-3 0,-1-4 0,0-3 0,-1-2-90,1-2 375,-1-3-375,-1 0 661,-5-14-661,0-1 0,-9-30 0,6 9 0,0-2 0,0-2-90,0-6-85,3 12 0,1 0 175,0-10-1067,2 3 1067,2 2-76,2-5 76,2 11 0,2-2 0,0 10-90,1 3 90,0 2 0,0 3 310,0 3-310,2 1 1096,-2 4-1186,4 6-183,-3 9-86,0 2-811,0 16-269,-6-11 4715,0 14-2621,-1-6 0,-1 0 1,2 0-1,-2 19 0</inkml:trace>
  <inkml:trace contextRef="#ctx0" brushRef="#br0" timeOffset="122618">13210 12021 9422,'13'-13'3276,"-1"3"-2235,-6 6-411,-1 3-1,1 1 1,-1 2-90,1 3-90,0 3-1,-1 2-89,0 4-90,0 3 0,-1 1 0,0 6-91,-1-2 91,0 5-90,-1-5-90,0-1 90,-1-1-90,1-1 0,-1-2 90,0-3-90,0 2 90,0-6-90,-1 3-90,-3-20 90,-2-21-90,-2-18 0,4 9 0,0 1 0,0-11 45,4 14 0,2 3 45,0 9-90,4-9 89,-1 20-89,0 2 90,1 4 0,0 1 0,7 6 0,-3 1 0,15 16-90,-8-4 90,9 12-90,-9-6-180,5 14-1159,-6-6 979,2 10 1,-7-11-399,-1 1-1310,0 12 718,-3-13 4626,-1 8-2457,-8-3 0,-1-16 0,-2 9 0</inkml:trace>
  <inkml:trace contextRef="#ctx0" brushRef="#br0" timeOffset="122745">13407 12361 8882,'-16'-23'3276,"4"5"-2774,6 4-952,6 1-809,1 3-1350,4-3 2609,5-3 0,10-7 0,7-7 0</inkml:trace>
  <inkml:trace contextRef="#ctx0" brushRef="#br0" timeOffset="124719">13414 12107 13020,'-17'-10'-810,"3"3"810,7 4-180,1 2 90,1 1 0,-1 2 0,2-1 90,-1 2-90,0 0 0,0 1 0,0 0 0,0 1 90,0 0-89,1 0-1,-1 1 90,1-1-90,1 0 90,0 1 0,1-1 180,-2 3-1,2-2 271,-2 6 540,0 2-271,0 1-269,-1 0 0,2-4-1,0-3-89,0 1 90,1-1-90,-1 1 90,0 0 269,-1 3-359,1-2-90,0 3 0,1-5 89,-1 0-89,2 0 270,-1 2 0,2-4-91,1 4-179,0-5 180,4 1-270,1-5 0,3 1-90,4-3 90,2 0-1,22-5-89,-7 0-346,16-5 346,-11 1-1922,2 0 1877,-12 3 0,1-1-45,20-5-187,-19 5 0,0-1 187,12-3-90,-3 1-180,8-3 180,-12 5-179,7-4-91,-19 7-13,-3 1-166,-4 1 261,-2 2-2999,-1 0 3709,-3 2 1,-2 0-1,-3 1 1</inkml:trace>
  <inkml:trace contextRef="#ctx0" brushRef="#br0" timeOffset="125602">13992 11945 10861,'3'-17'2968,"-2"2"-2428,0 8-90,0 1 719,0-1 1080,1-2-1890,1 10 181,2 5-270,0 10-90,-1 5 0,-1-3 0,-1 2 0,2 4-91,-1 0 181,2 8-180,-1-10 90,2 13-90,-3-20 0,1 6-90,-2-13 90,0 0-90,-1-2 90,0 0-90,0-1 0,0-1-720,0 1-1079,-1 0-1478,-4 0 2949,0-1 1,-1-3-1,2-1 1</inkml:trace>
  <inkml:trace contextRef="#ctx0" brushRef="#br0" timeOffset="127285">10057 14192 10321,'-14'8'3276,"2"0"-2054,7-6-2302,2 1 1080,0 0 0,1-1 0,1 0 0</inkml:trace>
  <inkml:trace contextRef="#ctx0" brushRef="#br0" timeOffset="128015">9869 14357 5734,'36'-19'1092,"1"1"0,-4 2 0,2-1-736,-4 2 1,2 0-1,1 0 3,-3 1 1,1 0 0,-1 1-1020,15-5 0,-1 1 930,-10 4 0,0 0 0,0 0-31,0 0 1,0 0 0,2-1-116,0 1 1,2-1 0,0 0 0,-2 1 25,2-1 0,-1 0 0,4-1-263,-5 2 1,4-2 0,1 0-1,-1 1 1,-4 1 232,5-2 0,-4 2 0,1 0-53,-2-1 1,2 1-1,-1-1 1,-2 1-139,0 0 0,-2 0 1,-1 1 204,10-4 1,2-1 0,-7 3 0,4-2 0,-1 1 0,-3 1-90,7-3 0,-1 1-15,1-1 0,3-1 0,-6 3 289,-13 5 1,-5 2-230,18-7 875,-6 4-965,-5 0 1586,-4 2-1586,-5 2 2490,-5 1-2490,-4 3-90,-4 0-198,-1 2-1061,-10 5 4625,-13 8-2912,-15 5 0,-11 3 0,3-2 0,6-2 0,-2 0 0,-10 3 0,1 1 0,-1-1 0</inkml:trace>
  <inkml:trace contextRef="#ctx0" brushRef="#br0" timeOffset="128342">10172 14495 7623,'36'-19'1638,"-6"3"0,2-1 0,1 0 0,1 0-2731,-3 1 1,1 0 0,0 0 902,0-1 0,-1 1 0,1 1 429,1-1 1,0 1 0,0-1-390,-1 1 1,1-2 0,0 2 329,1-1 0,1 0 0,0 0-147,0 1 1,0-1-1,0 0 117,0 0 0,0 1 0,0-1-258,0 0 0,1 1 0,0 0 198,-1 0 0,0 0 0,0 1 29,0-1 1,0 1 0,0 1 15,11-5 0,0 1-75,-13 4 0,1 1 0,-2 1 345,6-4 0,-1 1-345,-5 2 0,2-1 0,-3 1 30,6-2 0,-3-1-45,3 1 0,-2 0 45,-8 3 0,-3 2 0,15-6 0,-5 3-1,-3 1 842,-5 2-931,-3 1-90,-6 2 1862,-2 1-1862,-5 2 730,-1 0-3698,-3 2 5077,-8 6-2019,-8 3 0,-12 7 0,-7 1 0</inkml:trace>
  <inkml:trace contextRef="#ctx0" brushRef="#br0" timeOffset="134290">6114 5815 5734,'-16'4'989,"1"3"1,-2 4-181,-2 4-1332,-4 5 1063,-12 14-136,4 0 1,-2 3-1744,7-8 1,-2 1 1427,1 0 1,-2 2 0,2-1 0,-2 1 0,2-1 45,-2 1 0,-1 0-45,-2 3 0,0 1 0,3-6 0,-2 2-30,1-1 0,-2 2 0,1-2-868,-3 2 1,0 0-93,6-6 1,-1 1-1,3-3-404,-1 0 0,3-1 2942,0-1 0,-3 1-1274,-6 1 0,-5 3 0,3-4 0,4-3 0,0-1 0,-3 0 0,-1 0 0,1 1 0</inkml:trace>
  <inkml:trace contextRef="#ctx0" brushRef="#br0" timeOffset="134620">4895 6162 20665,'13'-29'-3277,"-2"2"0,-3 5 2545,-2 5 912,-2 3-90,-1 4 90,-1 1 0,-3 3-90,-2 2 0,-3 4 0,-9 5 0,-3 6 0,-20 11-1151,17-8 0,-2 1 1106,-9 8 0,-3 1 0,1 1 0,-1 1 45,0-1 0,0 2-45,-3 3 0,0 2 0,3-6 0,-1 2 14,2 0 1,-2 2 0,1-1-947,5-5 1,2-2 0,-2 2 916,-4 4 0,-2 1 0,3-1-30,-3 1 0,3-2-696,2 0 1,0-1 650,4-4 0,0 0-315,-9 8 0,-1 0 45,12-9 1,-1-1-316,-4 5 0,-1-1-1009,9-7 1,2-3 1554,-9 8 1,1-7 0,-2 1-1,5-4 1,-1 1 0</inkml:trace>
  <inkml:trace contextRef="#ctx0" brushRef="#br0" timeOffset="134894">3974 6147 12120,'-20'0'270,"-17"21"0,-4 8-1691,19-12 0,-1 2 1481,-7 5 0,-4 3 0,3-2-558,3-2 1,3-1 587,-1 0 0,-1 1 0,2-1 0,-2 1 0,2-1-46,-5 4 1,1 0-15,4-4 0,0 2 0,1-2 15,-2 2 0,3-1 0,1-3 0,2 0 259,1-1 1,1-1-215,-11 11-180,5-4-180,2-2-269,4-2-2738,-6 4 53,11-8 3224,-4 1 0,9-11 0,1 0 0</inkml:trace>
  <inkml:trace contextRef="#ctx0" brushRef="#br0" timeOffset="135180">3453 6078 20575,'11'-24'-3277,"-2"3"0,-4 4 1646,-2 4 1721,-3 4 90,-1 3-90,-5 5 0,-2 3 0,-8 8 90,-2 5-91,-15 15-541,15-13 1,-1 2 676,-14 15 0,-2 2-846,8-9 0,0 1 711,-3 2 0,-2 4 0,2-4-1159,3-2 0,0-1 1099,4-4 0,-2 2 0,2-2 60,-2 2 0,2-1-299,-1-1 0,0 2 299,-9 10 0,1 0-45,9-10 0,2-1-45,-7 7 0,2-2 0,1 1-539,-4 6 670,8-10-1770,6-5 1,2-1 1175,1-2 1,0 7-1,9-13 1</inkml:trace>
  <inkml:trace contextRef="#ctx0" brushRef="#br0" timeOffset="136456">3392 11060 5734,'-19'41'269,"-1"0"1,2-1 0,1 0-1909,-1 1 1,0 0 1734,3-5 0,-1 1 174,4-7 0,-1 2 0,0 1-40,-2 6 1,-1 1-1,1-2-140,3-7 0,0-1 0,0 2-68,-3 5 1,-2 4 0,0 0-1,2-4-1115,1-2 1,2-2 0,-1-1 883,-2 2 0,0 1 0,1-2 209,-3 11 0,3-5 0,-2 2 0,6-15 0,1-1 0</inkml:trace>
  <inkml:trace contextRef="#ctx0" brushRef="#br0" timeOffset="147318">7019 7038 6363,'6'-21'3276,"4"0"0,-2 12-833,2 2-1723,-1 7 449,12 9-719,-3 4-90,10 12-795,0 14 570,-14-16 0,0 2-891,2 5 1,0 2 890,0 1 0,-2 1-45,0 1 0,-1 0 0,-1 1 0,1 1 0,-1 1 0,0 0-45,-1 0 0,0 0 45,1 0 0,-1 1-30,-1-4 0,1 3 0,0-2-15,1 5 0,0 1 14,0 0 1,2 3 0,-2-4-15,0-3 0,0-1 0,4 8 0,-1-1-45,-4-14 0,0-2 45,-1-2 0,1-1-45,6 15-437,0-3 437,6 6 0,-3-4 90,4 4-90,-6-13 0,0-3 90,1 0 210,-3-5 0,0-3-300,-6-11 90,0-2 1708,-1-3-1798,0-1 704,-1-3-884,6-6 180,-3-1-90,4-6 0,-3-6 90,-5 4 0,3-9-90,-7 11 90,-1-1 0,-3 6-90,-2 0 90,0 3 0,-3 0 0,-1 2-90,-2 3 90,-4 3 0,-4 4 0,-3 5 0,-4 5 0,2 3-1564,-8 15 1564,3-1 0,12-13 0,1 1-152,-7 14 152,8-4 0,1 2 45,4-9 0,0 1-731,-2 11 1,2-1 685,1 11 90,5-4-120,3-13 1,2 3 59,1 1 0,3 2 0,1 2 0,4 9 0,2 2 0,-1-2 182,-3-8 1,-1-2-1,2 1-212,3 3 0,1 0 0,-2-8 0,0 1 90,3 8-90,-6-14 0,-3-2-360,-3 15 180,-2-15-75,-4 11-105,-4-14-1978,-14 19 989,3-14-1,-11 13 1350,8-24 0,-6 2 0,-2-1 0</inkml:trace>
  <inkml:trace contextRef="#ctx0" brushRef="#br0" timeOffset="151349">22432 15875 19316,'-8'21'-135,"-1"8"0,0 1-584,2 3-631,-2 6 1,0 0 0,0-5 1349,-1 9 0,4-18 0,0-1 0</inkml:trace>
  <inkml:trace contextRef="#ctx0" brushRef="#br0" timeOffset="152275">25065 15822 15898,'1'18'1979,"-1"0"-1529,-1-5-91,1 2-89,-1 2-90,0 0-90,-1 2-90,1-1-270,-1 2-180,0 0-89,-1 5-900,0-1 179,-2 5-89,2-5 1349,-2-1 0,1-3 0,-1-3 0</inkml:trace>
  <inkml:trace contextRef="#ctx0" brushRef="#br0" timeOffset="154182">23812 15805 17967,'7'27'1169,"0"13"-1079,-7-11-270,0 0 0,0 0-270,0 10 135,-1-15 1,0 2-1325,0 8 1,0-2 1501,1 8 1,-1-9 0,0-2 0,1-5 0</inkml:trace>
  <inkml:trace contextRef="#ctx0" brushRef="#br0" timeOffset="154918">27450 15839 20755,'-21'-12'990,"7"4"-900,2 4-90,6 5 89,1 7-178,0 0-181,1 15-90,1-6 0,1 13-270,-1-2-1528,-2 19 808,2-21 1,-1 1 1252,0-1 0,0-1 0,-1 3 0,0-2 0,-3 15 0</inkml:trace>
  <inkml:trace contextRef="#ctx0" brushRef="#br0" timeOffset="157183">5231 8855 11760,'-17'-1'1799,"3"0"-1439,8 0-180,1-2-180,3-1 0,3-2-90,10-5 90,7 0-541,9-4 631,17-5-1123,-19 9 1,2 1 1122,6-3 0,3-1 0,8 0 0,1-1-45,1 0 0,1 1-818,-11 3 0,1 1 0,0-1 803,0 1 0,0 0 0,0 0 30,1 1 0,0-1 0,-1 1-395,1 0 0,-1 1 1,2-1 379,2 0 0,3 0 0,0-1 0,-2 2-15,2-1 0,-2 1 0,3-1-298,-3 1 0,3-1 0,-1 1 0,-2 0 298,0 1 0,-3 0 0,0 1 0,2-1 0,0 0 0,-1 0-20,0 1 1,1 0 0,-1-1 19,0 1 0,0 0 0,2 0 15,0-1 0,3 1 0,0-1 0,-3 1 15,4 0 0,-3 0 0,3 0 12,-5 0 0,4 0 0,0 0 0,-1 1 0,-4 0 17,1 0 1,-3 1 0,1 0-23,0-1 1,3 1 0,-1 0-1,1 0 45,-3 1 1,1 0-1,-2 1 1,0-1 12,4 1 0,-1-1 0,1 1-80,-5 0 0,3 1 0,-1 0 0,-4 0 66,13 1 0,-2 0-51,-11 1 0,1 1 0,3-1 52,2 1 0,2 1 1,2 0-1,-1-1 15,-4 1 1,0 0-1,0 0 1,3-1-92,1 1 0,4-1 0,1 1 0,-2-1 0,-5 1-6,2-1 0,-5 0 0,2 0 0,8-1 0,0-1 0,-5 0 14,-7 0 1,-2-2 0,13-1 0,0 0-45,-16 1 0,0-1 45,9-2 0,-3 0 1427,0-1-1607,-10 1 0,-1 0-45,0-1-180,3 0 991,-18 1-1261,-1 1 2014,-4 0-2734,-1 0 1724,-2-1 0,-12-8 0,-5-3 0</inkml:trace>
  <inkml:trace contextRef="#ctx0" brushRef="#br0" timeOffset="157433">9576 8076 17337,'17'-14'450,"-2"3"-360,7 8 0,2 3-90,4 3 90,6 2 0,-11 2 0,2 1-1050,-1 2 0,0 1 1005,3 2 0,-1 1 0,-5 1 0,-1-1-215,8 12 350,-7 1-603,-4 0 512,-3 6 91,-4 1-90,-3 4 0,-4 1 0,-5 1 0,-4-1-768,0-13 1,-1-1 767,-7 18-90,5-19 0,-1 0-292,-14 20-248,5-14-571,3-9 0,-1-2 4387,-1 1 0,-16 5-2457,18-18 0,-6-2 0,11-8 0</inkml:trace>
  <inkml:trace contextRef="#ctx0" brushRef="#br0" timeOffset="157869">10583 8039 18956,'-3'-16'900,"0"2"-720,2 8-1,2 1 91,2 2-90,3 4 90,3 8-180,0 2 90,9 21-90,-8-7-2483,6 14 2393,-7-8 90,0 1-435,-1 2 255,0 0-89,-1-1-316,0-6 0,-1 1-45,1 4-179,2 16-630,-6-29-1,-2-2 1,-1-1 1349,-1-1 0,-7 9 0,-1 3 0</inkml:trace>
  <inkml:trace contextRef="#ctx0" brushRef="#br0" timeOffset="158067">10536 8419 5734,'-17'-30'1638,"5"8"0,1 0 1562,-6-13-4345,7 11 0,1 1 1595,-1-9-90,3 0-58,4 1-32,4 1 449,8-9-449,1 9 0,7-8 0,0 16-90,2 2 434,3 3-524,1 3 89,2 2-89,-1 3 0,-1 4-539,5 5-91,-4 5-719,4 4-1,-6 4 1,-3 3 1259,-2 4 0,0 24 0,-8-19 0,0 0 0</inkml:trace>
  <inkml:trace contextRef="#ctx0" brushRef="#br0" timeOffset="158761">10712 8481 19046,'-15'13'-3238,"3"-2"3238,5-6 0,1-2 180,1-1-180,1-3 90,2-4-90,2-2 0,3-4 0,3 0 90,1-3 0,3-2 0,3-1 0,2-2 90,2 1-91,0 2 271,6-1-180,-7 6 0,4 1-90,-9 6 90,-2 2-90,1 1 180,2 3-180,-3 1 0,3 4 0,-4 0-1,1 2-89,-3 0 90,3 4 0,-4-3 90,3 7-270,-4-9-359,3 3 359,0-15 0,-2-1-90,5-15 90,-5 6 90,2-8-90,-3 7 90,1-1 0,-1 1 0,0 0 0,1 2 180,2-3-90,-2 5 270,5 0 179,-4 6-449,9 3 450,10 12-450,-5-3 90,12 11-90,-11-7 0,10 2-180,-11-6-90,1-3-360,0-11 270,-8 0-269,18-19 269,-17 6-180,8-23 180,-12 13-467,-1-11 557,-5 8-90,-3-2 180,-1 0 90,-4-15 90,1 13-742,-3-8 922,1 17 90,0 6-68,1 3 67,0 5 336,1 2-426,-1 2 181,2 2 270,-1 2 235,-1 10-865,1 2 167,1 21-77,3 13-180,0 1-90,0-16 0,0 1-360,1 9 1,0-2-1,2 12 450,-2-10 0,1 5 0,0-5 0,0 10 0,0-7 0,0-1 0</inkml:trace>
  <inkml:trace contextRef="#ctx0" brushRef="#br0" timeOffset="158952">11287 8307 16168,'-5'-16'-720,"1"2"720,4 8 90,1 0 0,2-5-90,2 3 90,3-4 0,5-1 0,3 0-90,6-3 0,-2 2-180,2 0-180,-1 1-539,10-6-396,-9 4 36,5-4 90,-11 6-1530,-3 0 2699,-2 0 0,-2 2 0,-1-1 0</inkml:trace>
  <inkml:trace contextRef="#ctx0" brushRef="#br0" timeOffset="159302">11543 7945 11490,'-10'12'3149,"2"5"-2700,9-4 1,2 4-90,2-1 0,1 0-90,2 3-1,1-2 91,4 9-180,-3-10-90,2 3 90,-5-8-90,0-2-3367,-2 0 3252,0-2 25,-2 0-90,0 0 0,-1-1 0,0 0-90,-2-2 180,-1 1 3276,-2-1-3250,-3-5 64,0-7-90,-1-3 90,2-5-90,2 0 90,0-2-90,1 0 0,1-1 90,2-1-90,1 0 90,5-12-90,1 5 0,4-4 0,-2 12 0,-1 7-90,0 3-90,0 1-180,1 2-629,2 2-360,-1 3 89,1 0 1,-3 4 1259,0 0 0,-1 1 0,1 0 0</inkml:trace>
  <inkml:trace contextRef="#ctx0" brushRef="#br0" timeOffset="160155">11810 7943 5734,'2'-14'3276,"0"1"-436,0 5-1760,0 0-181,2 1 1,-1 1-181,2 2-89,-1 0-1,1 2-179,0 1 0,0 1-90,1 2 269,3 3-359,-1 2 270,7 8-360,-5-2 0,2 5 90,0 9-91,-4-8-89,3 11 0,-5-12 0,-1 0 0,0-1 0,-1-3-90,-1 0 180,1 0-180,-2-5 0,0 3 0,-3-15 0,0 0 0,-1-9 0,0-2 0,1-1 0,-1-5 0,1 0 0,1-17-180,4-3 180,-1 5 0,4 5-180,6 25 180,-5 4 0,7 4 0,-3 8 0,-3-4-90,8 8 0,-8-8 90,2 1-90,-3-5 1,1 0-1,0-3 0,1-2 90,0-3-180,4-5 180,-3 1-180,11-13 90,-11 10 90,4-4-90,-9 10 90,1 1-90,-2 0 0,2 1 0,4 5 90,1 0 0,0 4-90,1 1 90,-3 0 0,7 3-270,2-2 180,1 1-90,-3-5-179,3-3-271,10-7 540,-1-2-90,4-4 0,-16 2 90,-3 1 0,-3-1 0,-2 1 90,-2 0 0,-2 0 90,-2 0 0,-2 2 0,-1 0 90,-2-3 0,-1 4-90,-3-2 0,2 6 0,-2 0 0,-2 3 90,-1 4-180,0 1 90,-1 10-180,5-5-630,3 22 360,4-15 1,5 12-1,1-17-90,3-2-90,6 1-89,1-2-2520,28-2 541,-13-6 2348,-7-1 0,0-1 0,14-8 0,1 0 0</inkml:trace>
  <inkml:trace contextRef="#ctx0" brushRef="#br0" timeOffset="160749">12771 7881 7892,'29'-23'546,"1"0"0,-1 0 0,1 0 0,7-6 0,-1 2 0,-14 7 2730,-20 12-383,-2 2-2533,-2 0 180,-1 3-271,-6 2 1,0 5-90,-5 3 0,0 4 270,-15 18-270,11-6 0,1 4 0,3 0-91,7-5 1,0 12-90,9-25 0,1 0 0,1-1-269,5-2 179,0-1-90,4-3 0,-3-2 0,2-2-90,0-3 0,5-4 0,-1-5 1,4-3-91,-4-4 90,1-2 0,-2-3 0,-2-3-90,-1-2-175,-1-3 310,-4 8 0,-2-1 135,4-15 135,-5 6 0,0 0 135,-2-5 89,-1 8 1,-2 1 90,0 0 360,-3-12-450,1 26 0,1-2 1169,-1 10-1259,0 12 0,2 3-1,2 14 1,3 4 0,6 19-90,-1-6-45,0-5 0,1 1-45,4 4-90,0-3 0,4 1-225,-4-13 1,1-1 179,-1 2 0,1-1-49,12 3-626,-10-19 630,-3-3-269,4-7 359,-11 0 0,0-4 90,-3 2 90,0-4 0,-2 3 270,0-5-181,-2 6 91,-1 0-180,-2 2-360,-2 6-2428,2 1 2698,2 4 0,1-4 0,3 0 0</inkml:trace>
  <inkml:trace contextRef="#ctx0" brushRef="#br0" timeOffset="161569">13483 7473 17337,'-11'14'900,"1"-2"-631,6-6-89,1-1 0,0 0-270,0 1-90,2 0 0,1 1-89,6-2 179,-2-3-90,4 0 90,-1-3 90,-2 2-180,4-1 180,-3 0 90,4 3 0,-3-1 0,1 1 0,-2 0 90,3 2-90,-2 0 0,1 1-1,-2-1 1,0-1 0,-1 0 0,2-1 0,2 1 0,-2-2 0,3-2 0,-2-2-90,1-2 0,0-3 0,2-1-90,7-16 90,-5 4 0,5-12-45,-7 4 0,-2 0-45,3-10-919,0 0 0,-2-1 1009,-2-1 0,-2 15 0,-2-1-141,1-20 231,-1 14 0,-2-4 0,-2 18 270,1-2-180,-1 7-90,0-2 2591,0 6-2681,2 10 467,3 7-377,2 11 0,6 18-90,-1-8-435,5 11 435,-3-13 0,1 0 0,1-1 0,0-1 0,3-2 0,-1-2-90,1-4 0,5 2 0,-5-8 90,2-1-90,-8-8-90,12-4 180,-9-2-89,9-5 89,-8-2 0,-3 0-90,5-7 614,-7 5-613,2-9 89,-9 10 0,0-2-90,-3 3 0,-3 3 90,-1 1 0,-4 6 0,1 7 0,0 3-90,2 2 90,3-1 0,0 0 0,2-1 0,1 3 0,1 1 0,2 0-90,2 0 0,0-1-90,0-1-90,2-2-540,2 2 181,-3-4-91,2 1-629,-4-4 90,-1-3-1,0 0 1260,-1-1 0,-2 0 0,-1-1 0</inkml:trace>
  <inkml:trace contextRef="#ctx0" brushRef="#br0" timeOffset="161749">13723 7207 9152,'-2'-15'3276,"4"1"-1245,5 4-1492,7-3-179,4-2-270,7-1-1219,3-1-220,1 2 134,-5 5 1,0 1 1214,12-5 0,-9 4 0,1 1 0,12-4 0</inkml:trace>
  <inkml:trace contextRef="#ctx0" brushRef="#br0" timeOffset="162611">11598 8629 11580,'-15'-2'3276,"-1"2"-1784,4 9-773,-4 4 451,-7 18-721,8-4-825,-2 13 736,10-8-90,4 4-90,4 0-90,4-10 0,3 1-135,1-1 0,2 0-392,4 5 1,2-1 301,-1-6 0,2-2-315,16 13-180,-3-13-719,1-6 0,0-5 1349,-6-6 0,1-1 0,21-2 0,-16-2 0,0 0 0</inkml:trace>
  <inkml:trace contextRef="#ctx0" brushRef="#br0" timeOffset="163499">12224 8782 16438,'4'17'2338,"0"7"-1978,0-10 0,0 8-90,-1-8 0,0-2 269,2 8-449,-2-10 90,2 5-90,-4-10-90,2-2 0,0 0 0,1-6-90,1-1 90,0-4-90,1-3 0,3-9 90,-3 3 0,3-4-90,-3 5 90,0 1 0,0 1 0,1 0 0,1-1 0,-1 5 90,0-1-90,-1 6 0,-1 2 90,0 1-90,-1 2 0,2 1 90,5 6-90,-3 0 0,5 4 90,-6-3-90,3 3 0,-3-4-90,3 1 0,-2-4-90,-1-1-180,6-4 91,-2-1-1,4-3 0,-3-2 0,0-2 90,0 0-270,8-10 271,-6 5-1,6-6 0,-5 4 90,-5 6 0,7-5 90,-9 8 90,3 0 0,-4 4 0,-1 1 90,1 1-90,-2 1 89,2 1-89,-1 1 90,2 1-90,0 1 90,0 0-90,2 1 0,0 0 0,0 1 0,0-2-90,3 0-180,-2-1-90,3 0 0,-4-3-179,0 0-1,0-2 0,-1 0-539,4-3 539,-4 0-90,2 0 90,-4-1 1,-2 1-1620,1-5 1619,-5 2 0,1-2-179,-6 4-361,0 3 990,-1 0 0,1 0 0,2 1 0,0 0 0</inkml:trace>
  <inkml:trace contextRef="#ctx0" brushRef="#br0" timeOffset="164112">12873 8614 5734,'22'-22'3276,"-9"9"0,6 1-1013,-12 9-1454,2 2-89,-1 1-1,0 1 451,6 5-361,2 4-449,0 1-90,-1 3 0,-6-2-90,0 0 90,-1 1-91,0 0-89,-1 0 180,0 3-90,-3-4 0,1 2-90,-3-5-450,0-1 180,0-17-269,3-24 359,0-5 0,-2 13 0,1-1 0,3-8 90,0 6 90,-1 9-90,-1 6 90,-1 7 0,1 1 179,1 2-179,1 2-90,1 2 90,0 2-90,-1 1 90,3 1-90,-1 0 90,3 2-90,1-2-90,7 3-90,1-5-269,9-1-181,-1-7 360,-6-2-90,0-7 1,-7 1-181,7-14 270,-9 7-180,2-17 270,-10 17 90,-2-7 0,-4 9 180,-12-25 90,4 21 90,-8-18 180,5 24-180,3 5 0,-2 0-91,5 6 271,0 2-270,-1 3 0,2 1 0,1 4 0,0 1-90,2 3 0,1 1 90,1 4-90,2 3 0,2 5-90,1 3 179,7 14-179,-2-8-574,5 6 394,-3-12 0,-1-4-1169,5 8 720,-8-13-721,4 6 1,-10-15 0,0-1 1349,-1-2 0,-1-1 0,-1-2 0</inkml:trace>
  <inkml:trace contextRef="#ctx0" brushRef="#br0" timeOffset="164822">13457 8420 5734,'6'-14'3276,"6"-3"0,-4 8 0,10-2-2220,-8 7-607,3 0-89,-3 3 0,-1 0-90,1 2 0,-1 0-91,0 0 1,-1 0 90,4 1-180,-5 0-180,4-1 0,-6-2-180,0-1 90,0-2-89,-3-1 89,1 0 90,-1-2-90,0-2 90,0 2-90,0-5 90,0 5 0,1-2 90,0 3 0,2 1-90,0 1 90,-1 2 0,2 1 0,0 0 0,3 1 0,0 0 0,8 2 0,-4-1 0,5 2 0,-7-1 0,4 1 0,-1-1 0,-2 0 0,1-2 0,-7-2 0,7-5 0,-6 1 0,3-3 0,-4 1-90,-2 1 90,2-1 0,-1-1 0,0 3 0,4-2 0,-3 4 0,6-2 0,0 5 0,0-2 0,2 2 0,-4 1 0,2-1 0,2 1 90,2-1-90,2-1 0,0-1 90,6-1-90,-1-2 180,17-7-180,-12 3-400,8-6 400,-14 3 90,-2-2-90,-3 0 90,-4-2-90,0 0 0,-4-1 90,1-7-90,-5 7 0,0-3 180,-7 1 0,0 9 629,-11-7-629,4 17 760,-6 3-490,3 19-3663,6-5 3303,1 9 90,6-11-90,1 1-90,3 1 90,1-1-450,9 7 1,-2-7-271,7 4-2068,2-8 1348,-5-5 2169,7-2 0,-8-4 0,1-1 0</inkml:trace>
  <inkml:trace contextRef="#ctx0" brushRef="#br0" timeOffset="165049">14778 7647 5734,'29'10'3276,"0"0"0,-1 4-1493,-2 2-793,-2 4-181,-2 3-89,-2 4-180,-2 3-181,-4 2-269,-3 3-90,-5 0-1791,-3 3 442,-5 1 674,-2-13 1,-2 1 44,-1 0 0,-2 0 630,-2 2 0,-1-1 0,-2-2 0,-1-2 0,0-4 0,1 1 0</inkml:trace>
  <inkml:trace contextRef="#ctx0" brushRef="#br0" timeOffset="165375">12625 8387 19676,'-4'-17'450,"1"4"-361,4 7-89,2 1-179,-1 1-2160,1 0-360,1 3 2699,0 1 0,0 1 0,-3 0 0</inkml:trace>
  <inkml:trace contextRef="#ctx0" brushRef="#br0" timeOffset="-151650.75">25268 15731 8432,'-1'14'3276,"0"-2"-1605,2-5-861,0-1-180,1 1-91,1 0-89,0 0 0,1-1-90,0 0-91,1-1 1,0-1 0,2 0-90,-2-1 180,3 0-180,-2-2-90,2-1-90,-4-1 0,2-3 90,-4-1-90,-1-1 179,-3-1-179,-2 1 90,-3 0 0,1 3 0,-3 1 0,-4 2 0,2 1-90,-5 2 90,4 0-90,-1 2-90,0 1-719,-4 5-271,5-2 1080,-1 9 0,9-11 0,2 2 0</inkml:trace>
  <inkml:trace contextRef="#ctx0" brushRef="#br0" timeOffset="-150889.75">25236 15760 7443,'8'-20'3276,"-1"2"-1245,-1 2-1222,1-3-179,0-5 359,5-18-539,-3 8-90,2-12 29,-5 12 1,0-4 0,0 3-1221,-2 4 0,0-1 920,2-6 1,0-5 0,-2 7 0,-1 9 0,-1 2 45,1-7 0,0-1-45,0 1 0,1-1-497,1-8 1,-1 0 541,0 5 0,1 0-46,-1 5 1,0-3 60,1-7 0,1-5 0,0 3-747,0 2 0,0-1 627,1-4 0,-1-4 0,1 6-645,-2 7 1,-1 4 704,0 0 0,-1 1-45,0-2 0,-1-2-75,-1-6 0,-2-3 60,0 4 0,-1-3 0,0 1-1,0 6 1,-1 1 0,0 0-242,0-6 0,-2 0 0,1 3 167,-2-4 0,-1 3 0,0-2 0,-1 0 0,-1-5 0,-1-1 0,0 7 0,0-2-78,0-3 1,-2-4 0,1 3 77,0 1 0,1 0-199,0 3 0,-1-2 1,1 3 198,1 1 0,0 3 0,-1-2 0,0 1-141,0 0 1,1 0 185,-1 0 0,0 0 0,0 0 0,1 0 0,0 1 0,1 0 45,-1 0 0,0 1-45,3 4 0,-1 1 45,1 4 0,-1-2 15,0-2 0,-2-3 0,0-1 46,-3-5 0,-1 0 1,1 0-17,1 4 0,1 1 0,-1 0 89,-3-8 1,-1 0 0,2 6 292,5 10 1,1 2-428,-1 0 0,0-1 1591,0-18-1546,7 30 1414,2-3-1504,1 10 3042,1 2-3042,0 1 788,0 0-968,3 2 451,-1 1-451,2-1 0,-2 3-180,1-1 0,0 1-89,2 1-181,1-1-809,-1 2 90,-1-1-1,-1-1 1350,1 1 0,-2 0 0,0 0 0</inkml:trace>
  <inkml:trace contextRef="#ctx0" brushRef="#br0" timeOffset="-150027.75">25188 11899 13469,'6'12'2519,"-1"-2"-1889,1-6 179,-1-1-179,3-2-360,0-2 179,0-2-89,-3-4-180,-6-2 0,-1 3-90,-6 0 90,-2 6-180,-8 9 90,8-3-90,-5 6 90,12-6-90,3 2 0,1-3 90,4 0-90,1-4 0,1-1 0,2 0 90,3-3-90,6-2 0,-4-2 89,5-1-89,-7 1 0,-1-1 90,1-3-90,-3 3 0,-1-5 90,-5 4-90,-4-1 0,-2 3 0,-5 2 0,1 4 0,-7 2 0,3 2 0,-5 2 0,4 2 0,0-1 0,1 3 0,-10 11 0,12-10 0,-7 9 0,15-14 90,2 0-90,3-3 0,3-2 0,-1-3 90,1-1 0,1-7 90,-4 6 0,-2-9-270,-21 10-90,6 0-90,-10 4-179,11 4-181,1-1-719,1 2-1,1 0 1,2 0 1349,1-1 0,2 1 0,1-2 0</inkml:trace>
  <inkml:trace contextRef="#ctx0" brushRef="#br0" timeOffset="-148941.75">25067 12010 12570,'-29'-11'1889,"-4"0"-1440,-2 8-1109,8 2 0,-4-1 1019,-17 1 1,-3 1-1317,14 0 0,-1 0 1,-2 0 1076,-7 1 0,-2 0 0,1 0-396,4 1 1,1 0-1,-1-1 366,1 1 0,-1 1 0,0-1-332,-1 0 1,0 1 0,0-1 331,0 2 0,0-1 0,-4 1-165,9-1 1,-4 0 0,-1 0 0,0 0 0,2 0 141,0 0 0,2 1 1,-1 0-1,-5-1-16,6 1 1,-5-1-1,-1 1 1,-2 0-1,1 0 1,2 0-1,3-1-15,0 1 0,5-1 0,0 0 0,-2 1 0,-3 0 9,2-1 0,-4 1 0,-3 1 0,-1-1 0,0 1 0,1-1 0,2 0 0,4 0-27,-6 0 0,4 0 0,2 0 0,-2 0 0,-5 1-30,9-1 1,-3 0 0,-3 0 0,-1 1 0,0-1 0,0 1 0,1-1 0,2 0 0,4 0 29,-12 1 0,4 0 0,2-1 0,-1 1 0,-3 0-6,7-1 1,-1 0 0,-1 1 0,-1-1 0,0 1 0,0-1 0,0 1 12,1-1 1,0 1 0,0-1 0,0 1-1,0-1 1,-1 1 0,0-1-14,-1 1 1,-1 0 0,0 0 0,0-1 0,0 1 0,0 0 0,0-1-13,0 1 0,0 0 0,0-1 0,0 1 0,0 0 0,0-1 0,2 1 12,1-1 1,0 1 0,0-1 0,1 0 0,1 0 0,1 0 0,2 0-13,-4 1 0,2-1 0,2 0 0,0 0 0,0 0 38,0 0 1,2 0-1,-1 0 1,-2 1 0,-2 0-17,2-1 1,-2 2-1,-3-1 1,-1 1-1,0 0 1,0 0-1,1 0 1,1 0-23,1 0 0,1 0 0,1-1 0,0 1 0,0 0 0,-1-1 0,-1 1 11,1 0 0,-3 0 0,0 1 0,0-1 1,-1 0-1,2 0 0,2 0 0,1 0 7,-9 1 0,2 1 0,2-2 0,2 1 0,2-1 4,3 0 1,3-1 0,1 0-1,0 0 8,-11 1 0,0 1 0,1-1-30,8-1 0,2-1 0,-5 1 130,3-1 1,-5 0 0,-2 0 0,2 0 0,3 0-71,-7-1 0,3-1 0,-2 1-38,2 0 1,-2 0-1,0 1 1,5-2-23,3-1 0,3-1 0,5 0 0,-16 0 0,17 0 0,1 0 1210,-5 0-1390,-6 1-90,15-1 1854,-2 0-2033,13 0 2816,2 1-2367,2 0 0,10 0 0,3 0 0</inkml:trace>
  <inkml:trace contextRef="#ctx0" brushRef="#br0" timeOffset="-147762.75">17489 12674 16438,'-15'3'-1889,"-8"-1"2428,12-1 1,-6 0 629,1 0-809,6 0-90,-6 0 0,8 0 0,1 0 90,-2 1-181,3 0 91,-1-1-90,3 2 450,1-1-360,3 3-180,3-3 0,3 1 89,7-5-89,-4 1-90,6-3 90,-3 0 0,0-1-90,-1 0 90,-1-1 0,-1 0-90,-2 0 180,3-5-180,-5 3 90,2-5-90,-8 5 0,0 2 0,-3-1 0,0 5 0,-7 0 0,2 2 90,-12 5-90,6 0 0,-7 4 0,7-2 90,-5 5-90,7-2 0,-6 4 0,11-7 90,-1 3 0,6-5 0,4-1 0,17-10-90,-4 1 90,22-14-90,-18 8 0,10-9 90,-14 9-90,1-1 0,-6 5 90,-3 2-90,-1 1 90,-1-1-90,-9 2 0,-6 5 0,-6 2-180,-13 11 1818,9 0 0,1 2 123,-8 7-1761,-2 9 0,28-21 0,5-5 0</inkml:trace>
  <inkml:trace contextRef="#ctx0" brushRef="#br0" timeOffset="-146109.75">25199 11930 5734,'1'-37'3276,"0"-2"-2054,0-2 37,0-1-270,-1 2 1,-1-3-630,1 12 0,0-1-1,-1-13 1,0 0-90,0 16 0,1 2-936,0-6 0,1-1 891,-1 4 0,1 0-45,0-5 0,0 1-39,0 6 1,0 1 217,1-22-89,0 3 0,0-1 0,1 0 0,-2 2 0,1-2-90,-2 3-1,0-1 1,0 2 0,-1 13 0,1-1-45,0 0 0,-1 0-90,1 0 0,0 1 0,0 3 0,0 1 135,-1-21-90,1 15 0,-1-9-199,1 1 199,-1 15 516,0-21-606,0 27 90,0-9-1,0 13-89,0-3 1718,0 7-1718,1-1 1010,-2-2-1189,0-3 430,0 1-431,0 2-89,1 4-181,-2 1-90,1 1-179,-1 0-721,0 0 91,-1 1 0,-1 0 1349,0 1 0,-1 0 0,0 0 0</inkml:trace>
  <inkml:trace contextRef="#ctx0" brushRef="#br0" timeOffset="-145518.75">25108 9960 16168,'-11'15'1259,"4"-2"-899,6-8 0,2 0-1,-1 2-89,2-2 0,0 2 0,1-1 0,1-1-90,0 0 90,2-1-91,0-2-89,1 1 90,1-2 0,-1 0-90,1-2 180,3 0-90,-2-2 0,5-1 0,-8 0 0,3-3 269,-5 1-449,-5-2 270,-7 2-270,0 4 90,-9 4-90,1 4 0,3 0 90,0 1-90,8-3 0,2 1 90,0-2-90,4 2 0,0-1 0,2-1 90,7 1-90,-2-3 0,6 1 90,-2-2-90,1 0 0,2-1 0,1-2 0,-1 0 90,0-1-90,-3-1 0,2-2 0,-5 2 0,1-3 0,-6 3 0,0-1 0,-3 2 0,-5-6-270,-5 3 0,-2-1-90,-3 4-269,3 2-2160,-13 7 6065,5-1-2672,-25 13 0,14-3 1,-12 7-1</inkml:trace>
  <inkml:trace contextRef="#ctx0" brushRef="#br0" timeOffset="-143546.75">20301 9907 28671,'-15'10'0,"1"-1"0,9-4 0</inkml:trace>
  <inkml:trace contextRef="#ctx0" brushRef="#br0" timeOffset="-143272.75">20249 9989 10861,'17'8'3276,"1"-4"-2415,-6-8-141,6-4 0,3-2-181,5-5-1635,14-10 1321,-19 11 0,2 0-45,6-4 0,0-1 0,0-1 0,0 1-588,6-4 0,-1 1 542,-3 1 1,-1 0-45,4-1 0,2-2 60,-8 5 0,1-1 0,-2 0-60,6-2 0,0-1 0,3-3 0,3-1 0,-4 2-45,-3 2 0,-1 0-45,10-6 0,-1 1 45,-13 10 0,0 0-90,5-2 0,-1 1 0,-9 5 0,0 1-90,9-4 0,-2 0-135,1 2-90,-6 4 0,-2 0-179,1 2-181,3-1-629,-12 7 0,-3 1 4625,-3 2-2457,1 3 0,-5-2 0,0 2 0</inkml:trace>
  <inkml:trace contextRef="#ctx0" brushRef="#br0" timeOffset="-142496.75">19195 12528 10051,'8'-12'2969,"1"2"-2430,-5 6-179,2-1-270,2-3-180,2 1-540,5-5-629,2 0 90,6-4-1440,-1 0 2609,3-2 0,3-3 0,1-1 0</inkml:trace>
  <inkml:trace contextRef="#ctx0" brushRef="#br0" timeOffset="-142107.75">19614 12303 17787,'3'12'-3277,"0"-3"3106,4-10 1,1 0 0,2-2 0</inkml:trace>
  <inkml:trace contextRef="#ctx0" brushRef="#br0" timeOffset="-138169.75">26442 15745 8432,'2'-16'3276,"-1"0"-795,2 4-1672,-1-3-89,2-3-90,0-5-91,0-5-89,0-5-1735,0-2 1555,-1-3 90,0-3-90,-2-4-181,1 13 1,0-3 45,-2-1 0,0-1-45,1-10 0,-1 0-45,0 0 0,-1-1 15,0 13 0,1-2 0,-1-4-6,0 1 0,0-6 0,0-2 0,0 1 0,0 3-594,0 2 1,0 4 0,0-1-1,0-5 514,0 5 0,0-5 1,0-1-1,-1-2 1,1 1-1,0 3 1,0 5 25,-1-14 0,0 6 0,0-4-36,0 6 0,1-2 0,-1-2 0,0 0 0,0 0-54,0-1 0,-1 0 0,1 1 0,-1 0 0,1 2-459,0 0 1,0 2 0,-1 0 0,1-2 512,-1 2 0,1-2 0,-1 0 0,0 1 0,1 3-84,-1-6 0,0 4 1,0 0-199,0-2 1,-1 1-1,1 0 258,0-1 0,1 0 0,-1 1-156,0 1 1,1 1 0,-1 2 170,1-7 0,-1 1-15,2 12 0,-1 0 1,0-4-105,1-7 1,-1-4-1,0 0 1,1 4 133,-1 6 0,1 3 0,1-4 7,-1-5 1,0-5-1,0 0 1,0 7 210,2-3 1,0 4-234,1 3 0,-1 1 0,2-2 0,-1 0 220,1-4 1,0 2-176,-1 9 0,0 0 30,0-4 0,0-3 0,-1 5 15,-1 9 0,0 0 0,0-14 0,-1 0 135,-2-1 45,0 14 0,-1 0 45,-2-14-1,1 9 1,-1 1-90,-1-1 90,-1-6 1383,4 19-1564,0 2 2481,1 3-2391,-1-1 1805,2 5-1894,0-1 1034,0 5-1034,1 2-80,-2 2-100,-1 4-90,1-1-900,-4 9-89,4 1-180,-2 0 0,2 1 89,-1-4 1260,0 0 0,-1-1 0,0 0 0</inkml:trace>
  <inkml:trace contextRef="#ctx0" brushRef="#br0" timeOffset="-137814.75">26206 11052 13289,'3'13'2069,"0"0"-1619,-1-6 0,2 1-90,-1 0-1,2-1-89,-1 0 0,2-1 180,4 1-270,-3-3-90,4 0 89,-2-3-89,-1-2 90,0 0-90,0-1 0,0-1 0,-2 1 0,1-3 90,-2-1-90,-1 1 180,-1-1 0,-3 0-180,-1 0 0,-1 0 0,-2 1-1,0 3-268,0 0-811,-11 3-359,6 2 0,-10 4-1,8 1 1350,-1 1 0,1 1 0,-1-1 0</inkml:trace>
  <inkml:trace contextRef="#ctx0" brushRef="#br0" timeOffset="-137103.75">26068 11226 11221,'-21'-17'3276,"-4"1"-1155,-13 2-3421,2 2 1600,6 5 0,-6-2 0,3 2-1248,-2 0 1,0 0 1037,-1 1 0,-4-1 0,1 1 30,5 1 0,1 1 0,0 0-561,-12-2 0,-1 1 531,7 0 0,-1 1 0,-1 0 0,4 1 0,-2 0 0,0 0 0,1 0-60,-11 0 0,0 0 0,-1 0 15,5 1 0,-2 1 0,0-1 0,1 1-429,6 0 0,2 0 0,-1 1 1,0-1 428,-1 1 0,0 1 0,-1-1 0,1 1-23,-1-1 1,1 0-1,-2 1 1,-2-1-134,4 2 0,-2-1 0,-2 1 0,0 0 0,0-1 0,3 1 147,0 0 0,3-1 0,0 1 0,-2 0 0,-3 0-43,3 0 0,-4 0 0,-2 0 0,-1 1 0,-1-1 0,2 1 1,2-1-1,3 1 25,-5-1 0,3 1 0,2-1 0,-1 0 0,-2 1-29,-1-1 1,-2 1 0,0 0 0,-2-1-1,1 1 1,0 0 40,-1 0 0,1 0 0,-2 0 0,2 1 0,1-1 0,1 0 13,1 0 0,3 0 0,1-1 0,-3 1 0,-5 0-25,9 0 0,-3 0 0,-4 0 0,-1 1 0,-1-1 0,-1 1 0,2-1 0,1 0 0,3 0 0,4 0 0,-12 1 0,6-1 0,2 1 0,-1-1 0,-4 1-18,7-1 0,-3 0 0,-2 1 0,-1-1 0,0 1 0,2-1 0,3 1 0,3-1 22,-9 1 1,5 0-1,1 0 1,-4-1-23,7 1 0,-4-1 0,0 0 0,0 0 0,0 0 0,3 0 22,-9 1 1,2 0-1,1 1 1,-3-1-23,1-1 0,-1 0 0,-2 0 0,2 0 0,4 0-20,2 0 1,3 1 0,1 0 0,0-1 41,1 0 1,0 0 0,1-1-1,-1 1 8,-11 1 0,0-1 0,1 0-30,7-1 0,1 0 0,0 0 30,2-1 0,0-1 0,1 0 282,-10 0 1,1-2-268,1 1 0,1-1 0,1-2 0,1 0 0,-6-1 0,2-1-45,13 1 0,2 0 44,-12-2 1,3-1-45,-6-2 439,20 4 0,1 0-439,-11-3 1574,9 2-1484,7 0-90,3 2 2473,5 1-2473,2 0 1431,2 1-1521,1 0 1343,2 0-1343,0 1-90,2 0-90,0-1-1799,0 0 720,7-1-90,-2 1 1439,10 0 0,-2 3 0,3 1 0</inkml:trace>
  <inkml:trace contextRef="#ctx0" brushRef="#br0" timeOffset="-135768.75">26020 9207 9332,'-14'9'3276,"2"-2"-2505,9-4 579,1 0 179,0 1-720,1 2-179,1-1-180,4-1-91,2-3-179,1-3 0,0 0 90,2-4-90,-4 1-90,5-5 0,-6 2 0,0-1-90,-2 2 180,-1-3-180,-1 3 90,-1-3-90,-2 4 90,0-1-90,-1 1 0,0 1 0,-1 0 90,-1 0-90,0 1 0,-3 1 0,2 1 0,-4 2 0,5 2 0,-1 2 0,0 3 0,3-2 0,0 3 0,4-1 90,7 4-90,-1-4 179,10 3-179,6-7 180,6-6-180,-4 1 90,-2-8-90,-15 4 0,0-2 90,-4 2 0,-3-8-90,-1 6-1709,-24-12 270,14 16 90,-20-2 4625,18 11-2457,-13 10 0,4 1 0,-11 7 0</inkml:trace>
  <inkml:trace contextRef="#ctx0" brushRef="#br0" timeOffset="-132937.75">25500 10688 28671,'-11'-4'0</inkml:trace>
  <inkml:trace contextRef="#ctx0" brushRef="#br0" timeOffset="-123913.73">6668 10882 28671,'1'40'0,"0"1"0,-1-12 0,1 0-284,0 16 1,0-12-1,0 0 1,1 15 0</inkml:trace>
  <inkml:trace contextRef="#ctx0" brushRef="#br0" timeOffset="-123768.73">6676 11357 28671,'-2'39'0,"0"-7"0,1-25 0,1-2 0,-1 1 0,0-2 0,0-19 0,1 4 0,2-16 0,-1 9 0</inkml:trace>
  <inkml:trace contextRef="#ctx0" brushRef="#br0" timeOffset="-123454.73">6801 10689 28671,'-1'29'0,"0"3"0,-1 9-1061,0-11 1,0 1 1060,-1 2 0,0 0-607,1 9 1,-1 1 606,0-1 0,-1-1-343,2 1 0,-1-1 343,-1 0 0,0 0 0,1-4 0,1 1 0,-1-2 0,-1-2 0,-1 1 0,2 4 0,0 4 0,0-7 0,-2 8-323,1-3 0,0-1 323,0-13 581,-3 12-581,5-27 0,-1 1 1210,0-6-1210,0-3 0,1 0 0,1-3 0</inkml:trace>
  <inkml:trace contextRef="#ctx0" brushRef="#br0" timeOffset="-122060.73">10520 10933 28671,'-22'26'0,"0"1"0,-1-1 0,4-3 0,0 1 0,-2 3 0,-1 3 0,4-4-2135,-1 8 2135,-3 10 0,10-15 420,3-4-420,4-4 0,1-4 0,4-5-2557,1-1 2557,2-3 0,1-3 0,2-1 0</inkml:trace>
  <inkml:trace contextRef="#ctx0" brushRef="#br0" timeOffset="-112106.73">22758 15837 12930,'-3'-45'1638,"3"21"0,0-3-1298,0-12 1,1 0-698,0 8 1,0-2 446,0-3 0,-1-4 0,0 3-676,0 6 1,0 0 645,1-6 0,-1-3 0,1 4-15,-2 3 0,1 3 0,1-4 0,-1 0 0,0 6 0,-1 0 0,1-20 0,-1 0 0,1 18 0,0-1-15,0-5 0,0-4 0,-1 4-30,1 10 0,-1 0 45,1-6 0,0 0-45,-2-14 90,2-1-45,-2 3 0,0-2-45,1 17 0,0-1 45,-1-14 0,0 2 45,2-1-45,0 17 0,-1-1 44,1-13 1,0-8-110,-1 21 110,1 3 90,1-5-90,-1 8 0,1-5-1,-1 10 414,0-4-413,0 6 1123,0-2-1123,-1 6 549,1 0-639,0 0 90,1 1-90,-1 0 0,0 0 0,1 0 90,1-4-90,0 3 0,1-12 90,0 10-90,1-6 0,-1 9 0,-1-1 0,0-1 0,2-3 0,-2 2-90,3-7 0,-3 8-90,2-6 90,-2 7-90,1-2-90,-1 4-90,0 0 90,-1 1-179,0 1 89,0 1-719,0 0 449,0-2-1439,0 2-360,0-2 2429,-1 2 0,1 1 0,-1 1 0</inkml:trace>
  <inkml:trace contextRef="#ctx0" brushRef="#br0" timeOffset="-111660.73">22733 13724 10681,'-6'14'2698,"2"-2"-2248,4-7 270,2 1-271,-1-1-179,3 0 90,-1-3-90,3-1-180,1-2 0,1-2-90,1-1 90,-2-2-180,-1 1 90,0-3 0,0 2-90,2-9 90,-3 6 90,2-13-90,-7 14 90,-1-3-90,-6 10 90,-1 7-90,0 0 0,0 3 0,4-1 0,-1-1 0,2 1 0,-2 2 0,3-2 0,0 1-180,1-4 0,1 1-630,1-3 181,1 2-1890,0-3 2519,3 0 0,-4-2 0,1 0 0</inkml:trace>
  <inkml:trace contextRef="#ctx0" brushRef="#br0" timeOffset="-108163.73">22697 13761 5734,'0'0'0</inkml:trace>
  <inkml:trace contextRef="#ctx0" brushRef="#br0" timeOffset="-107307.73">22675 12816 16078,'-4'16'989,"1"-3"-809,6-8 0,-1-2 0,1 0 0,0-1 90,1-1-180,1-1 0,0-2 0,1 0-1,-2-2-89,0 0 90,-1 1-90,-2-2 90,1 1 0,-2-3 90,0 1 90,-4-1-180,-1 2-90,0 0-810,-15 18 91,15-5-2558,-9 15 3106,16-14 1,2 2 0,-1-6 0</inkml:trace>
  <inkml:trace contextRef="#ctx0" brushRef="#br0" timeOffset="-105990.73">22682 13752 5734,'-31'2'3276,"-1"0"-1065,-1 0-3616,-2 0 2394,-2 1-89,0-1-2807,-3 2 2627,-1-1-451,13 0 1,-3 0 370,-7 0 1,-1 1-416,6-1 0,-1 0-678,-12 1 1,1 0 632,12-2 0,-1 1 90,-14 0 0,-3 1-166,8 0 0,-3 0 16,1 0 0,-3-1 0,4 1-30,1 0 0,-1 0 0,7-1 0,-5 1 0,0-1 0,5 1-45,-4-1 0,-2 0 67,-2 1 1,-8 0-1,0 0 1,7 0-34,10-1 0,4 0 1,-2 0-58,-4 1 1,-4-1-1,1 0 1,4 0 22,-6 1 0,4 0-17,-1 0 0,0 0 17,0-1 0,-1 2-15,3-1 0,-2 2 0,2-1 15,-5 1 0,-2 0 0,9-1 0,-3 2 0,-1-1 0,5 0-45,-10 1 0,2 1 141,6-1 1,-1 0-1,1 0-141,-3 0 0,2 0 45,0 1 0,-2 0-15,4-1 0,-2 1 0,1 0-30,-5 1 0,0 0 30,6-2 0,-2 1 0,3-1-30,-2 1 0,0 0 30,5-1 0,-2-1 0,2 1-30,-8 2 0,-1-1 0,5 0 0,-3 0 0,2-1 45,-3 2 0,2-1-45,-3 0 0,2 0 0,8-2 0,1 0 0,-18 3 0,19-3 0,0 0 45,3-2 0,0 1-45,-4 0 0,0 1 0,-18 2 0,4-2 0,6-1 0,-1 1 0,10-3 0,0 1 45,-12 1 0,2 0-45,-9 0 314,7 0-314,2-1 0,2 0 0,0 0 0,1-1 0,-1 1-84,11-2 0,1 0 84,-15 2 0,6-1 0,0 0 749,-5 0-749,-2 0 0,1 1 0,-2 1 0,4-1 0,-1 0 820,4 0-820,-11 1 0,16-1 0,2 0 0,-1 0 0,3 0 0,1-1 0,2 1 0,-1 0-90,1 0 90,-1 0 0,4 0 293,-5 1-472,7 0 3065,-2-1-3605,3 1 269,8-2 450,-4 3 0,10-4 0,-1 1 0</inkml:trace>
  <inkml:trace contextRef="#ctx0" brushRef="#br0" timeOffset="-104133.73">22627 12806 9422,'-3'12'3276,"2"-1"-1515,2-8-1491,5-3-91,-1-1 1,3-4 0,-4 2-90,1-2 90,-1 2 0,-1-2 90,0 1 180,-1-1-181,-4 0 91,-3 4-180,-16 18 0,11-6-90,-6 10 0,14-14 0,5-2 0,-1-2-90,5 0 90,-2-2-90,4-3 90,3-3-90,-2 1 90,6-7-90,-11 6 90,3-2 0,-5 2 0,-1 1-1,-2-2-89,-4 3 90,-2 1-90,-1 3 0,2 1 0,-1 1 90,4 0-90,-2 1 0,3-1-90,2 2-179,2-1 179,4-2-90,-1-1 90,2-1 0,-3-1 90,2-1-90,-2 0 0,1-1 0,-2 1-270,-1-1 0,1 0-809,-3-1 0,-2 0-1350,-3 1 2519,-2 1 0,-1 3 0,0 1 0</inkml:trace>
  <inkml:trace contextRef="#ctx0" brushRef="#br0" timeOffset="-101063.73">22723 13773 5734,'34'-27'1638,"-7"8"0,2-1-308,6-5 0,2 1-2969,-2 0 1,-1 2 1011,-5 4 0,1 0 627,11-6 0,-2 1-244,-17 10 1,0 1 243,15-9 0,-2 2 0,-2 1 0,-1 2 0</inkml:trace>
  <inkml:trace contextRef="#ctx0" brushRef="#br0" timeOffset="-100676.73">22733 13837 6363,'27'-27'655,"0"1"0,1 0 1,-1 0-1,6-5 0,4-1-109,-7 7 0,6-4 0,3-2 0,0 0 0,-2 2 0,-7 6 1092,10-7 0,-1 3-1374,-1 1 0,6-4 0,-1 2 0,-8 5-624,-11 8 1,0 0-271,4-3 0,3-1 1,-5 2-91,2 1-539,-3 0 89,-18 13-1528,-3 0 2698,0 1 0,-3 1 0,0 0 0</inkml:trace>
  <inkml:trace contextRef="#ctx0" brushRef="#br0" timeOffset="-81278.73">27279 15729 10051,'7'11'2519,"0"0"-2159,-6-7 89,2 0-2068,-1 0-1619,1-8 540,-2 0 5974,0-7 0,-1-23-2730,-1 14 0,0-11 0,-1-3 0,1 8 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1727"/>
          </a:xfrm>
          <a:prstGeom prst="rect">
            <a:avLst/>
          </a:prstGeom>
        </p:spPr>
        <p:txBody>
          <a:bodyPr vert="horz" lIns="96656" tIns="48328" rIns="96656" bIns="48328" rtlCol="0"/>
          <a:lstStyle>
            <a:lvl1pPr algn="l">
              <a:defRPr sz="1200"/>
            </a:lvl1pPr>
          </a:lstStyle>
          <a:p>
            <a:endParaRPr lang="en-IN" dirty="0"/>
          </a:p>
        </p:txBody>
      </p:sp>
      <p:sp>
        <p:nvSpPr>
          <p:cNvPr id="3" name="Date Placeholder 2"/>
          <p:cNvSpPr>
            <a:spLocks noGrp="1"/>
          </p:cNvSpPr>
          <p:nvPr>
            <p:ph type="dt" idx="1"/>
          </p:nvPr>
        </p:nvSpPr>
        <p:spPr>
          <a:xfrm>
            <a:off x="4143587" y="1"/>
            <a:ext cx="3169920" cy="481727"/>
          </a:xfrm>
          <a:prstGeom prst="rect">
            <a:avLst/>
          </a:prstGeom>
        </p:spPr>
        <p:txBody>
          <a:bodyPr vert="horz" lIns="96656" tIns="48328" rIns="96656" bIns="48328" rtlCol="0"/>
          <a:lstStyle>
            <a:lvl1pPr algn="r">
              <a:defRPr sz="1200"/>
            </a:lvl1pPr>
          </a:lstStyle>
          <a:p>
            <a:fld id="{143F6E76-D32A-4F60-9992-87F5028D701A}" type="datetimeFigureOut">
              <a:rPr lang="en-IN" smtClean="0"/>
              <a:t>17-09-2026</a:t>
            </a:fld>
            <a:endParaRPr lang="en-IN"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56" tIns="48328" rIns="96656" bIns="48328" rtlCol="0" anchor="ctr"/>
          <a:lstStyle/>
          <a:p>
            <a:endParaRPr lang="en-IN" dirty="0"/>
          </a:p>
        </p:txBody>
      </p:sp>
      <p:sp>
        <p:nvSpPr>
          <p:cNvPr id="5" name="Notes Placeholder 4"/>
          <p:cNvSpPr>
            <a:spLocks noGrp="1"/>
          </p:cNvSpPr>
          <p:nvPr>
            <p:ph type="body" sz="quarter" idx="3"/>
          </p:nvPr>
        </p:nvSpPr>
        <p:spPr>
          <a:xfrm>
            <a:off x="731520" y="4620578"/>
            <a:ext cx="5852160" cy="3780473"/>
          </a:xfrm>
          <a:prstGeom prst="rect">
            <a:avLst/>
          </a:prstGeom>
        </p:spPr>
        <p:txBody>
          <a:bodyPr vert="horz" lIns="96656" tIns="48328" rIns="96656" bIns="48328"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119475"/>
            <a:ext cx="3169920" cy="481726"/>
          </a:xfrm>
          <a:prstGeom prst="rect">
            <a:avLst/>
          </a:prstGeom>
        </p:spPr>
        <p:txBody>
          <a:bodyPr vert="horz" lIns="96656" tIns="48328" rIns="96656" bIns="48328" rtlCol="0" anchor="b"/>
          <a:lstStyle>
            <a:lvl1pPr algn="l">
              <a:defRPr sz="1200"/>
            </a:lvl1pPr>
          </a:lstStyle>
          <a:p>
            <a:endParaRPr lang="en-IN" dirty="0"/>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56" tIns="48328" rIns="96656" bIns="48328" rtlCol="0" anchor="b"/>
          <a:lstStyle>
            <a:lvl1pPr algn="r">
              <a:defRPr sz="1200"/>
            </a:lvl1pPr>
          </a:lstStyle>
          <a:p>
            <a:fld id="{74B2998F-6834-4E04-A5E3-C7F868389BD2}" type="slidenum">
              <a:rPr lang="en-IN" smtClean="0"/>
              <a:t>‹#›</a:t>
            </a:fld>
            <a:endParaRPr lang="en-IN" dirty="0"/>
          </a:p>
        </p:txBody>
      </p:sp>
    </p:spTree>
    <p:extLst>
      <p:ext uri="{BB962C8B-B14F-4D97-AF65-F5344CB8AC3E}">
        <p14:creationId xmlns:p14="http://schemas.microsoft.com/office/powerpoint/2010/main" val="3329620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a:blip r:embed="rId2"/>
          <a:stretch>
            <a:fillRect/>
          </a:stretch>
        </a:blipFill>
        <a:effectLst/>
      </p:bgPr>
    </p:bg>
    <p:spTree>
      <p:nvGrpSpPr>
        <p:cNvPr id="1" name=""/>
        <p:cNvGrpSpPr/>
        <p:nvPr/>
      </p:nvGrpSpPr>
      <p:grpSpPr>
        <a:xfrm>
          <a:off x="0" y="0"/>
          <a:ext cx="0" cy="0"/>
          <a:chOff x="0" y="0"/>
          <a:chExt cx="0" cy="0"/>
        </a:xfrm>
      </p:grpSpPr>
      <p:sp>
        <p:nvSpPr>
          <p:cNvPr id="7" name="Rectangle 6"/>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nchorCtr="0"/>
          <a:lstStyle/>
          <a:p>
            <a:pPr algn="l"/>
            <a:endParaRPr lang="en-US" sz="1600" b="1" dirty="0">
              <a:latin typeface="+mn-lt"/>
              <a:cs typeface="Arial" pitchFamily="34" charset="0"/>
            </a:endParaRPr>
          </a:p>
        </p:txBody>
      </p:sp>
      <p:sp>
        <p:nvSpPr>
          <p:cNvPr id="22" name="Rectangle 21"/>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3" name="Rectangle 22"/>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4" name="Rectangle 23"/>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pic>
        <p:nvPicPr>
          <p:cNvPr id="26" name="Picture 25" descr="BITS_university_logo_whitevert.png"/>
          <p:cNvPicPr>
            <a:picLocks noChangeAspect="1"/>
          </p:cNvPicPr>
          <p:nvPr/>
        </p:nvPicPr>
        <p:blipFill rotWithShape="1">
          <a:blip r:embed="rId3">
            <a:extLst>
              <a:ext uri="{28A0092B-C50C-407E-A947-70E740481C1C}">
                <a14:useLocalDpi xmlns:a14="http://schemas.microsoft.com/office/drawing/2010/main" val="0"/>
              </a:ext>
            </a:extLst>
          </a:blip>
          <a:srcRect t="2" b="28592"/>
          <a:stretch/>
        </p:blipFill>
        <p:spPr>
          <a:xfrm>
            <a:off x="101600" y="3352800"/>
            <a:ext cx="2743200" cy="1980000"/>
          </a:xfrm>
          <a:prstGeom prst="rect">
            <a:avLst/>
          </a:prstGeom>
        </p:spPr>
      </p:pic>
      <p:sp>
        <p:nvSpPr>
          <p:cNvPr id="30" name="TextBox 29"/>
          <p:cNvSpPr txBox="1"/>
          <p:nvPr/>
        </p:nvSpPr>
        <p:spPr>
          <a:xfrm>
            <a:off x="-101600" y="5257802"/>
            <a:ext cx="2946400" cy="461665"/>
          </a:xfrm>
          <a:prstGeom prst="rect">
            <a:avLst/>
          </a:prstGeom>
          <a:noFill/>
        </p:spPr>
        <p:txBody>
          <a:bodyPr wrap="square" numCol="1" rtlCol="0">
            <a:spAutoFit/>
          </a:bodyPr>
          <a:lstStyle/>
          <a:p>
            <a:pPr algn="ctr"/>
            <a:r>
              <a:rPr lang="en-US" sz="2400" b="0" spc="-113" dirty="0">
                <a:solidFill>
                  <a:schemeClr val="bg1"/>
                </a:solidFill>
                <a:latin typeface="+mn-lt"/>
                <a:cs typeface="Arial"/>
              </a:rPr>
              <a:t>BITS Pilani</a:t>
            </a:r>
          </a:p>
        </p:txBody>
      </p:sp>
      <p:sp>
        <p:nvSpPr>
          <p:cNvPr id="31" name="TextBox 30"/>
          <p:cNvSpPr txBox="1"/>
          <p:nvPr/>
        </p:nvSpPr>
        <p:spPr>
          <a:xfrm>
            <a:off x="0" y="5666603"/>
            <a:ext cx="2743200" cy="307777"/>
          </a:xfrm>
          <a:prstGeom prst="rect">
            <a:avLst/>
          </a:prstGeom>
          <a:noFill/>
        </p:spPr>
        <p:txBody>
          <a:bodyPr wrap="square" numCol="1" rtlCol="0">
            <a:spAutoFit/>
          </a:bodyPr>
          <a:lstStyle/>
          <a:p>
            <a:pPr algn="ctr"/>
            <a:r>
              <a:rPr lang="en-US" sz="1400" spc="0" dirty="0">
                <a:solidFill>
                  <a:srgbClr val="FFFFFF"/>
                </a:solidFill>
                <a:latin typeface="+mn-lt"/>
                <a:cs typeface="Arial"/>
              </a:rPr>
              <a:t>Pilani</a:t>
            </a:r>
            <a:r>
              <a:rPr lang="en-US" sz="1400" spc="0" baseline="0" dirty="0">
                <a:solidFill>
                  <a:srgbClr val="FFFFFF"/>
                </a:solidFill>
                <a:latin typeface="+mn-lt"/>
                <a:cs typeface="Arial"/>
              </a:rPr>
              <a:t> Campus</a:t>
            </a:r>
            <a:endParaRPr lang="en-US" sz="1400" spc="0" dirty="0">
              <a:solidFill>
                <a:srgbClr val="FFFFFF"/>
              </a:solidFill>
              <a:latin typeface="+mn-lt"/>
              <a:cs typeface="Arial"/>
            </a:endParaRPr>
          </a:p>
        </p:txBody>
      </p:sp>
      <p:sp>
        <p:nvSpPr>
          <p:cNvPr id="11" name="Title 1"/>
          <p:cNvSpPr>
            <a:spLocks noGrp="1"/>
          </p:cNvSpPr>
          <p:nvPr>
            <p:ph type="title" hasCustomPrompt="1"/>
          </p:nvPr>
        </p:nvSpPr>
        <p:spPr>
          <a:xfrm>
            <a:off x="3352800" y="3810000"/>
            <a:ext cx="8026400" cy="1524000"/>
          </a:xfrm>
        </p:spPr>
        <p:txBody>
          <a:bodyPr numCol="1" anchor="ctr" anchorCtr="0">
            <a:noAutofit/>
          </a:bodyPr>
          <a:lstStyle>
            <a:lvl1pPr algn="l">
              <a:lnSpc>
                <a:spcPts val="3000"/>
              </a:lnSpc>
              <a:defRPr sz="3600" baseline="0">
                <a:solidFill>
                  <a:schemeClr val="bg1"/>
                </a:solidFill>
              </a:defRPr>
            </a:lvl1pPr>
          </a:lstStyle>
          <a:p>
            <a:r>
              <a:rPr lang="en-GB" altLang="en-GB" dirty="0"/>
              <a:t>Presentation Title </a:t>
            </a:r>
            <a:endParaRPr lang="en-US" dirty="0"/>
          </a:p>
        </p:txBody>
      </p:sp>
    </p:spTree>
    <p:extLst>
      <p:ext uri="{BB962C8B-B14F-4D97-AF65-F5344CB8AC3E}">
        <p14:creationId xmlns:p14="http://schemas.microsoft.com/office/powerpoint/2010/main" val="3094365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dirty="0">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7" name="Content Placeholder 6"/>
          <p:cNvSpPr>
            <a:spLocks noGrp="1"/>
          </p:cNvSpPr>
          <p:nvPr>
            <p:ph sz="quarter" idx="13" hasCustomPrompt="1"/>
          </p:nvPr>
        </p:nvSpPr>
        <p:spPr>
          <a:xfrm>
            <a:off x="3354745" y="5206978"/>
            <a:ext cx="8026400" cy="700756"/>
          </a:xfrm>
        </p:spPr>
        <p:txBody>
          <a:bodyPr numCol="1" anchor="b" anchorCtr="0">
            <a:noAutofit/>
          </a:bodyPr>
          <a:lstStyle>
            <a:lvl1pPr marL="0" indent="0" algn="r">
              <a:lnSpc>
                <a:spcPts val="1350"/>
              </a:lnSpc>
              <a:spcBef>
                <a:spcPts val="0"/>
              </a:spcBef>
              <a:buNone/>
              <a:defRPr sz="2000" baseline="0">
                <a:solidFill>
                  <a:schemeClr val="bg1"/>
                </a:solidFill>
                <a:latin typeface="+mj-lt"/>
              </a:defRPr>
            </a:lvl1pPr>
          </a:lstStyle>
          <a:p>
            <a:pPr lvl="0"/>
            <a:r>
              <a:rPr lang="en-GB" altLang="en-GB" dirty="0"/>
              <a:t>Presenter Name</a:t>
            </a:r>
          </a:p>
          <a:p>
            <a:pPr lvl="0"/>
            <a:endParaRPr lang="en-GB" altLang="en-GB" dirty="0"/>
          </a:p>
          <a:p>
            <a:pPr lvl="0"/>
            <a:r>
              <a:rPr lang="en-GB" altLang="en-GB" dirty="0"/>
              <a:t>Date </a:t>
            </a:r>
          </a:p>
        </p:txBody>
      </p:sp>
      <p:sp>
        <p:nvSpPr>
          <p:cNvPr id="2" name="Title 1"/>
          <p:cNvSpPr>
            <a:spLocks noGrp="1"/>
          </p:cNvSpPr>
          <p:nvPr>
            <p:ph type="title" hasCustomPrompt="1"/>
          </p:nvPr>
        </p:nvSpPr>
        <p:spPr>
          <a:xfrm>
            <a:off x="3354745" y="3429000"/>
            <a:ext cx="8026400" cy="1524000"/>
          </a:xfrm>
        </p:spPr>
        <p:txBody>
          <a:bodyPr numCol="1" anchor="ctr" anchorCtr="0">
            <a:noAutofit/>
          </a:bodyPr>
          <a:lstStyle>
            <a:lvl1pPr algn="l">
              <a:lnSpc>
                <a:spcPts val="3000"/>
              </a:lnSpc>
              <a:defRPr sz="3600" baseline="0">
                <a:solidFill>
                  <a:schemeClr val="bg1"/>
                </a:solidFill>
                <a:latin typeface="+mj-lt"/>
              </a:defRPr>
            </a:lvl1pPr>
          </a:lstStyle>
          <a:p>
            <a:r>
              <a:rPr lang="en-GB" altLang="en-GB" dirty="0"/>
              <a:t>Presentation title</a:t>
            </a:r>
            <a:endParaRPr lang="en-US" dirty="0"/>
          </a:p>
        </p:txBody>
      </p:sp>
      <p:pic>
        <p:nvPicPr>
          <p:cNvPr id="13" name="Picture 12" descr="BITS_university_logo_whitevert.png"/>
          <p:cNvPicPr preferRelativeResize="0">
            <a:picLocks/>
          </p:cNvPicPr>
          <p:nvPr/>
        </p:nvPicPr>
        <p:blipFill rotWithShape="1">
          <a:blip r:embed="rId3">
            <a:extLst>
              <a:ext uri="{28A0092B-C50C-407E-A947-70E740481C1C}">
                <a14:useLocalDpi xmlns:a14="http://schemas.microsoft.com/office/drawing/2010/main" val="0"/>
              </a:ext>
            </a:extLst>
          </a:blip>
          <a:srcRect t="2" b="28592"/>
          <a:stretch/>
        </p:blipFill>
        <p:spPr>
          <a:xfrm>
            <a:off x="191344" y="3225301"/>
            <a:ext cx="2160000" cy="2160000"/>
          </a:xfrm>
          <a:prstGeom prst="rect">
            <a:avLst/>
          </a:prstGeom>
        </p:spPr>
      </p:pic>
      <p:sp>
        <p:nvSpPr>
          <p:cNvPr id="14" name="TextBox 13"/>
          <p:cNvSpPr txBox="1"/>
          <p:nvPr/>
        </p:nvSpPr>
        <p:spPr>
          <a:xfrm>
            <a:off x="18728" y="5293668"/>
            <a:ext cx="2456855" cy="461665"/>
          </a:xfrm>
          <a:prstGeom prst="rect">
            <a:avLst/>
          </a:prstGeom>
          <a:noFill/>
        </p:spPr>
        <p:txBody>
          <a:bodyPr wrap="square" numCol="1" rtlCol="0">
            <a:spAutoFit/>
          </a:bodyPr>
          <a:lstStyle/>
          <a:p>
            <a:pPr algn="ctr"/>
            <a:r>
              <a:rPr lang="en-US" sz="2400" b="1" spc="-113" dirty="0">
                <a:solidFill>
                  <a:schemeClr val="bg1"/>
                </a:solidFill>
                <a:latin typeface="+mn-lt"/>
                <a:cs typeface="Arial"/>
              </a:rPr>
              <a:t>BITS</a:t>
            </a:r>
            <a:r>
              <a:rPr lang="en-US" sz="2400" spc="-113" dirty="0">
                <a:solidFill>
                  <a:schemeClr val="bg1"/>
                </a:solidFill>
                <a:latin typeface="+mn-lt"/>
                <a:cs typeface="Arial"/>
              </a:rPr>
              <a:t> Pilani</a:t>
            </a:r>
          </a:p>
        </p:txBody>
      </p:sp>
      <p:sp>
        <p:nvSpPr>
          <p:cNvPr id="15" name="TextBox 14"/>
          <p:cNvSpPr txBox="1"/>
          <p:nvPr/>
        </p:nvSpPr>
        <p:spPr>
          <a:xfrm>
            <a:off x="139200" y="5684844"/>
            <a:ext cx="2160000" cy="338554"/>
          </a:xfrm>
          <a:prstGeom prst="rect">
            <a:avLst/>
          </a:prstGeom>
          <a:noFill/>
        </p:spPr>
        <p:txBody>
          <a:bodyPr wrap="square" numCol="1" rtlCol="0">
            <a:spAutoFit/>
          </a:bodyPr>
          <a:lstStyle/>
          <a:p>
            <a:pPr algn="ctr"/>
            <a:r>
              <a:rPr lang="en-US" sz="1600" spc="0" dirty="0">
                <a:solidFill>
                  <a:srgbClr val="FFFFFF"/>
                </a:solidFill>
                <a:latin typeface="+mn-lt"/>
                <a:cs typeface="Arial"/>
              </a:rPr>
              <a:t>Pilani</a:t>
            </a:r>
            <a:r>
              <a:rPr lang="en-US" sz="1600" spc="0" baseline="0" dirty="0">
                <a:solidFill>
                  <a:srgbClr val="FFFFFF"/>
                </a:solidFill>
                <a:latin typeface="+mn-lt"/>
                <a:cs typeface="Arial"/>
              </a:rPr>
              <a:t> Campus</a:t>
            </a:r>
            <a:endParaRPr lang="en-US" sz="1600" spc="0" dirty="0">
              <a:solidFill>
                <a:srgbClr val="FFFFFF"/>
              </a:solidFill>
              <a:latin typeface="+mn-lt"/>
              <a:cs typeface="Arial"/>
            </a:endParaRPr>
          </a:p>
        </p:txBody>
      </p:sp>
    </p:spTree>
    <p:extLst>
      <p:ext uri="{BB962C8B-B14F-4D97-AF65-F5344CB8AC3E}">
        <p14:creationId xmlns:p14="http://schemas.microsoft.com/office/powerpoint/2010/main" val="2375395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p:nvPicPr>
        <p:blipFill>
          <a:blip r:embed="rId2"/>
          <a:srcRect/>
          <a:stretch>
            <a:fillRect/>
          </a:stretch>
        </p:blipFill>
        <p:spPr>
          <a:xfrm>
            <a:off x="0" y="0"/>
            <a:ext cx="12192000" cy="6858000"/>
          </a:xfrm>
          <a:prstGeom prst="rect">
            <a:avLst/>
          </a:prstGeom>
          <a:noFill/>
        </p:spPr>
      </p:pic>
      <p:sp>
        <p:nvSpPr>
          <p:cNvPr id="8" name="Rectangle 7"/>
          <p:cNvSpPr/>
          <p:nvPr/>
        </p:nvSpPr>
        <p:spPr>
          <a:xfrm>
            <a:off x="0" y="4282182"/>
            <a:ext cx="12192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pic>
        <p:nvPicPr>
          <p:cNvPr id="15" name="Picture 14" descr="Picture 7.png"/>
          <p:cNvPicPr>
            <a:picLocks noChangeAspect="1"/>
          </p:cNvPicPr>
          <p:nvPr/>
        </p:nvPicPr>
        <p:blipFill>
          <a:blip r:embed="rId3" cstate="print"/>
          <a:srcRect l="1923" b="5336"/>
          <a:stretch>
            <a:fillRect/>
          </a:stretch>
        </p:blipFill>
        <p:spPr>
          <a:xfrm>
            <a:off x="8839204" y="-1"/>
            <a:ext cx="2924257" cy="692697"/>
          </a:xfrm>
          <a:prstGeom prst="rect">
            <a:avLst/>
          </a:prstGeom>
        </p:spPr>
      </p:pic>
      <p:sp>
        <p:nvSpPr>
          <p:cNvPr id="11" name="Rectangle 10"/>
          <p:cNvSpPr/>
          <p:nvPr/>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6" name="Rectangle 15"/>
          <p:cNvSpPr/>
          <p:nvPr/>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8" name="Rectangle 17"/>
          <p:cNvSpPr/>
          <p:nvPr/>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2" name="TextBox 11"/>
          <p:cNvSpPr txBox="1"/>
          <p:nvPr/>
        </p:nvSpPr>
        <p:spPr>
          <a:xfrm>
            <a:off x="9144000" y="762002"/>
            <a:ext cx="2946400" cy="461665"/>
          </a:xfrm>
          <a:prstGeom prst="rect">
            <a:avLst/>
          </a:prstGeom>
          <a:noFill/>
        </p:spPr>
        <p:txBody>
          <a:bodyPr wrap="square" numCol="1" rtlCol="0">
            <a:spAutoFit/>
          </a:bodyPr>
          <a:lstStyle/>
          <a:p>
            <a:pPr algn="ctr"/>
            <a:r>
              <a:rPr lang="en-US" sz="2400" b="0" spc="-113" dirty="0">
                <a:solidFill>
                  <a:schemeClr val="bg1"/>
                </a:solidFill>
                <a:latin typeface="+mn-lt"/>
                <a:cs typeface="Arial"/>
              </a:rPr>
              <a:t>BITS Pilani</a:t>
            </a:r>
          </a:p>
        </p:txBody>
      </p:sp>
      <p:sp>
        <p:nvSpPr>
          <p:cNvPr id="13" name="TextBox 12"/>
          <p:cNvSpPr txBox="1"/>
          <p:nvPr/>
        </p:nvSpPr>
        <p:spPr>
          <a:xfrm>
            <a:off x="9448800" y="1170804"/>
            <a:ext cx="2540000" cy="276999"/>
          </a:xfrm>
          <a:prstGeom prst="rect">
            <a:avLst/>
          </a:prstGeom>
          <a:noFill/>
        </p:spPr>
        <p:txBody>
          <a:bodyPr wrap="square" numCol="1" rtlCol="0">
            <a:spAutoFit/>
          </a:bodyPr>
          <a:lstStyle/>
          <a:p>
            <a:pPr algn="ctr"/>
            <a:r>
              <a:rPr lang="en-US" sz="1200" spc="0" dirty="0">
                <a:solidFill>
                  <a:srgbClr val="FFFFFF"/>
                </a:solidFill>
                <a:latin typeface="+mn-lt"/>
                <a:cs typeface="Arial"/>
              </a:rPr>
              <a:t>Pilani</a:t>
            </a:r>
            <a:r>
              <a:rPr lang="en-US" sz="1200" spc="0" baseline="0" dirty="0">
                <a:solidFill>
                  <a:srgbClr val="FFFFFF"/>
                </a:solidFill>
                <a:latin typeface="+mn-lt"/>
                <a:cs typeface="Arial"/>
              </a:rPr>
              <a:t> Campus</a:t>
            </a:r>
            <a:endParaRPr lang="en-US" sz="1200" spc="0" dirty="0">
              <a:solidFill>
                <a:srgbClr val="FFFFFF"/>
              </a:solidFill>
              <a:latin typeface="+mn-lt"/>
              <a:cs typeface="Arial"/>
            </a:endParaRPr>
          </a:p>
        </p:txBody>
      </p:sp>
      <p:sp>
        <p:nvSpPr>
          <p:cNvPr id="2" name="Title 1"/>
          <p:cNvSpPr>
            <a:spLocks noGrp="1"/>
          </p:cNvSpPr>
          <p:nvPr>
            <p:ph type="title"/>
          </p:nvPr>
        </p:nvSpPr>
        <p:spPr>
          <a:xfrm>
            <a:off x="592667" y="4586984"/>
            <a:ext cx="10972800" cy="1143000"/>
          </a:xfrm>
        </p:spPr>
        <p:txBody>
          <a:bodyPr/>
          <a:lstStyle>
            <a:lvl1pPr>
              <a:defRPr>
                <a:solidFill>
                  <a:srgbClr val="002060"/>
                </a:solidFill>
              </a:defRPr>
            </a:lvl1pPr>
          </a:lstStyle>
          <a:p>
            <a:r>
              <a:rPr lang="en-GB"/>
              <a:t>Click to edit Master title style</a:t>
            </a:r>
            <a:endParaRPr lang="en-IN" dirty="0"/>
          </a:p>
        </p:txBody>
      </p:sp>
    </p:spTree>
    <p:extLst>
      <p:ext uri="{BB962C8B-B14F-4D97-AF65-F5344CB8AC3E}">
        <p14:creationId xmlns:p14="http://schemas.microsoft.com/office/powerpoint/2010/main" val="1037166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pSp>
        <p:nvGrpSpPr>
          <p:cNvPr id="12" name="Group 11"/>
          <p:cNvGrpSpPr/>
          <p:nvPr/>
        </p:nvGrpSpPr>
        <p:grpSpPr>
          <a:xfrm>
            <a:off x="2540000" y="6324600"/>
            <a:ext cx="9600000" cy="54000"/>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6" name="Picture 15" descr="Picture 7.png"/>
          <p:cNvPicPr>
            <a:picLocks noChangeAspect="1"/>
          </p:cNvPicPr>
          <p:nvPr/>
        </p:nvPicPr>
        <p:blipFill>
          <a:blip r:embed="rId2" cstate="print"/>
          <a:srcRect l="1923" b="5336"/>
          <a:stretch>
            <a:fillRect/>
          </a:stretch>
        </p:blipFill>
        <p:spPr>
          <a:xfrm>
            <a:off x="9456434" y="0"/>
            <a:ext cx="2735567" cy="648000"/>
          </a:xfrm>
          <a:prstGeom prst="rect">
            <a:avLst/>
          </a:prstGeom>
        </p:spPr>
      </p:pic>
      <p:grpSp>
        <p:nvGrpSpPr>
          <p:cNvPr id="23" name="Group 22"/>
          <p:cNvGrpSpPr/>
          <p:nvPr/>
        </p:nvGrpSpPr>
        <p:grpSpPr>
          <a:xfrm>
            <a:off x="0" y="860400"/>
            <a:ext cx="8880000" cy="54000"/>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sp>
        <p:nvSpPr>
          <p:cNvPr id="6" name="Date Placeholder 5"/>
          <p:cNvSpPr>
            <a:spLocks noGrp="1"/>
          </p:cNvSpPr>
          <p:nvPr>
            <p:ph type="dt" sz="half" idx="11"/>
          </p:nvPr>
        </p:nvSpPr>
        <p:spPr>
          <a:xfrm>
            <a:off x="609600" y="6416680"/>
            <a:ext cx="2844800" cy="365125"/>
          </a:xfrm>
        </p:spPr>
        <p:txBody>
          <a:bodyPr/>
          <a:lstStyle>
            <a:lvl1pPr>
              <a:defRPr sz="1400" b="1">
                <a:latin typeface="+mn-lt"/>
              </a:defRPr>
            </a:lvl1pPr>
          </a:lstStyle>
          <a:p>
            <a:fld id="{0342CC68-9F46-4D9B-9C31-5F4F343BD2FF}" type="datetime1">
              <a:rPr lang="en-IN" smtClean="0"/>
              <a:t>17-09-2026</a:t>
            </a:fld>
            <a:endParaRPr lang="en-IN" dirty="0"/>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2060"/>
                </a:solidFill>
                <a:latin typeface="+mn-lt"/>
              </a:defRPr>
            </a:lvl1pPr>
          </a:lstStyle>
          <a:p>
            <a:r>
              <a:rPr lang="en-US"/>
              <a:t>SEPARATION PROCESS-II</a:t>
            </a:r>
            <a:endParaRPr lang="en-IN" dirty="0"/>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latin typeface="+mn-lt"/>
              </a:defRPr>
            </a:lvl1pPr>
          </a:lstStyle>
          <a:p>
            <a:fld id="{957D5EAD-A97B-4969-AF6A-47A86C2666CF}" type="slidenum">
              <a:rPr lang="en-IN" smtClean="0"/>
              <a:t>‹#›</a:t>
            </a:fld>
            <a:endParaRPr lang="en-IN" dirty="0"/>
          </a:p>
        </p:txBody>
      </p:sp>
      <p:sp>
        <p:nvSpPr>
          <p:cNvPr id="4" name="Content Placeholder 3"/>
          <p:cNvSpPr>
            <a:spLocks noGrp="1"/>
          </p:cNvSpPr>
          <p:nvPr>
            <p:ph sz="quarter" idx="14"/>
          </p:nvPr>
        </p:nvSpPr>
        <p:spPr>
          <a:xfrm>
            <a:off x="562684" y="1147673"/>
            <a:ext cx="10972800" cy="4876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dirty="0"/>
          </a:p>
        </p:txBody>
      </p:sp>
      <p:sp>
        <p:nvSpPr>
          <p:cNvPr id="10" name="Title 9"/>
          <p:cNvSpPr>
            <a:spLocks noGrp="1"/>
          </p:cNvSpPr>
          <p:nvPr>
            <p:ph type="title"/>
          </p:nvPr>
        </p:nvSpPr>
        <p:spPr>
          <a:xfrm>
            <a:off x="443999" y="-4794"/>
            <a:ext cx="9012435" cy="864000"/>
          </a:xfrm>
        </p:spPr>
        <p:txBody>
          <a:bodyPr/>
          <a:lstStyle>
            <a:lvl1pPr>
              <a:defRPr>
                <a:solidFill>
                  <a:srgbClr val="002060"/>
                </a:solidFill>
              </a:defRPr>
            </a:lvl1pPr>
          </a:lstStyle>
          <a:p>
            <a:r>
              <a:rPr lang="en-GB"/>
              <a:t>Click to edit Master title style</a:t>
            </a:r>
            <a:endParaRPr lang="en-IN"/>
          </a:p>
        </p:txBody>
      </p:sp>
    </p:spTree>
    <p:extLst>
      <p:ext uri="{BB962C8B-B14F-4D97-AF65-F5344CB8AC3E}">
        <p14:creationId xmlns:p14="http://schemas.microsoft.com/office/powerpoint/2010/main" val="1272876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grpSp>
        <p:nvGrpSpPr>
          <p:cNvPr id="12" name="Group 11"/>
          <p:cNvGrpSpPr/>
          <p:nvPr/>
        </p:nvGrpSpPr>
        <p:grpSpPr>
          <a:xfrm>
            <a:off x="2540000" y="6324600"/>
            <a:ext cx="9600000" cy="54000"/>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23" name="Group 22"/>
          <p:cNvGrpSpPr/>
          <p:nvPr/>
        </p:nvGrpSpPr>
        <p:grpSpPr>
          <a:xfrm>
            <a:off x="0" y="860400"/>
            <a:ext cx="8880000" cy="54000"/>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sp>
        <p:nvSpPr>
          <p:cNvPr id="6" name="Date Placeholder 5"/>
          <p:cNvSpPr>
            <a:spLocks noGrp="1"/>
          </p:cNvSpPr>
          <p:nvPr>
            <p:ph type="dt" sz="half" idx="11"/>
          </p:nvPr>
        </p:nvSpPr>
        <p:spPr>
          <a:xfrm>
            <a:off x="609600" y="6416680"/>
            <a:ext cx="2844800" cy="365125"/>
          </a:xfrm>
        </p:spPr>
        <p:txBody>
          <a:bodyPr/>
          <a:lstStyle>
            <a:lvl1pPr>
              <a:defRPr sz="1400" b="1">
                <a:latin typeface="+mn-lt"/>
              </a:defRPr>
            </a:lvl1pPr>
          </a:lstStyle>
          <a:p>
            <a:fld id="{5107C035-A25B-4241-939D-B608289A68C8}" type="datetime1">
              <a:rPr lang="en-IN" smtClean="0"/>
              <a:t>17-09-2026</a:t>
            </a:fld>
            <a:endParaRPr lang="en-IN" dirty="0"/>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2060"/>
                </a:solidFill>
                <a:latin typeface="+mn-lt"/>
              </a:defRPr>
            </a:lvl1pPr>
          </a:lstStyle>
          <a:p>
            <a:r>
              <a:rPr lang="en-US"/>
              <a:t>SEPARATION PROCESS-II</a:t>
            </a:r>
            <a:endParaRPr lang="en-IN" dirty="0"/>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latin typeface="+mn-lt"/>
              </a:defRPr>
            </a:lvl1pPr>
          </a:lstStyle>
          <a:p>
            <a:fld id="{957D5EAD-A97B-4969-AF6A-47A86C2666CF}" type="slidenum">
              <a:rPr lang="en-IN" smtClean="0"/>
              <a:t>‹#›</a:t>
            </a:fld>
            <a:endParaRPr lang="en-IN" dirty="0"/>
          </a:p>
        </p:txBody>
      </p:sp>
      <p:sp>
        <p:nvSpPr>
          <p:cNvPr id="4" name="Content Placeholder 3"/>
          <p:cNvSpPr>
            <a:spLocks noGrp="1"/>
          </p:cNvSpPr>
          <p:nvPr>
            <p:ph sz="quarter" idx="14"/>
          </p:nvPr>
        </p:nvSpPr>
        <p:spPr>
          <a:xfrm>
            <a:off x="562684" y="1147673"/>
            <a:ext cx="10972800" cy="4876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dirty="0"/>
          </a:p>
        </p:txBody>
      </p:sp>
      <p:sp>
        <p:nvSpPr>
          <p:cNvPr id="10" name="Title 9"/>
          <p:cNvSpPr>
            <a:spLocks noGrp="1"/>
          </p:cNvSpPr>
          <p:nvPr>
            <p:ph type="title"/>
          </p:nvPr>
        </p:nvSpPr>
        <p:spPr>
          <a:xfrm>
            <a:off x="443999" y="-4794"/>
            <a:ext cx="8892361" cy="864000"/>
          </a:xfrm>
        </p:spPr>
        <p:txBody>
          <a:bodyPr/>
          <a:lstStyle>
            <a:lvl1pPr>
              <a:defRPr>
                <a:solidFill>
                  <a:srgbClr val="002060"/>
                </a:solidFill>
              </a:defRPr>
            </a:lvl1pPr>
          </a:lstStyle>
          <a:p>
            <a:r>
              <a:rPr lang="en-GB"/>
              <a:t>Click to edit Master title style</a:t>
            </a:r>
            <a:endParaRPr lang="en-IN"/>
          </a:p>
        </p:txBody>
      </p:sp>
      <p:pic>
        <p:nvPicPr>
          <p:cNvPr id="2" name="Picture 1">
            <a:extLst>
              <a:ext uri="{FF2B5EF4-FFF2-40B4-BE49-F238E27FC236}">
                <a16:creationId xmlns:a16="http://schemas.microsoft.com/office/drawing/2014/main" id="{6EBED1AA-28D0-45FC-8FFA-4C86EED6999E}"/>
              </a:ext>
            </a:extLst>
          </p:cNvPr>
          <p:cNvPicPr>
            <a:picLocks noChangeAspect="1"/>
          </p:cNvPicPr>
          <p:nvPr/>
        </p:nvPicPr>
        <p:blipFill>
          <a:blip r:embed="rId2"/>
          <a:stretch>
            <a:fillRect/>
          </a:stretch>
        </p:blipFill>
        <p:spPr>
          <a:xfrm>
            <a:off x="10992835" y="0"/>
            <a:ext cx="1209675" cy="1123950"/>
          </a:xfrm>
          <a:prstGeom prst="rect">
            <a:avLst/>
          </a:prstGeom>
        </p:spPr>
      </p:pic>
    </p:spTree>
    <p:extLst>
      <p:ext uri="{BB962C8B-B14F-4D97-AF65-F5344CB8AC3E}">
        <p14:creationId xmlns:p14="http://schemas.microsoft.com/office/powerpoint/2010/main" val="3776918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Title and Content">
    <p:bg>
      <p:bgPr>
        <a:solidFill>
          <a:schemeClr val="tx1"/>
        </a:solidFill>
        <a:effectLst/>
      </p:bgPr>
    </p:bg>
    <p:spTree>
      <p:nvGrpSpPr>
        <p:cNvPr id="1" name=""/>
        <p:cNvGrpSpPr/>
        <p:nvPr/>
      </p:nvGrpSpPr>
      <p:grpSpPr>
        <a:xfrm>
          <a:off x="0" y="0"/>
          <a:ext cx="0" cy="0"/>
          <a:chOff x="0" y="0"/>
          <a:chExt cx="0" cy="0"/>
        </a:xfrm>
      </p:grpSpPr>
      <p:grpSp>
        <p:nvGrpSpPr>
          <p:cNvPr id="12" name="Group 11"/>
          <p:cNvGrpSpPr/>
          <p:nvPr/>
        </p:nvGrpSpPr>
        <p:grpSpPr>
          <a:xfrm>
            <a:off x="2540000" y="6324600"/>
            <a:ext cx="9600000" cy="54000"/>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23" name="Group 22"/>
          <p:cNvGrpSpPr/>
          <p:nvPr/>
        </p:nvGrpSpPr>
        <p:grpSpPr>
          <a:xfrm>
            <a:off x="0" y="860400"/>
            <a:ext cx="8880000" cy="54000"/>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sp>
        <p:nvSpPr>
          <p:cNvPr id="6" name="Date Placeholder 5"/>
          <p:cNvSpPr>
            <a:spLocks noGrp="1"/>
          </p:cNvSpPr>
          <p:nvPr>
            <p:ph type="dt" sz="half" idx="11"/>
          </p:nvPr>
        </p:nvSpPr>
        <p:spPr>
          <a:xfrm>
            <a:off x="609600" y="6416680"/>
            <a:ext cx="2844800" cy="365125"/>
          </a:xfrm>
        </p:spPr>
        <p:txBody>
          <a:bodyPr/>
          <a:lstStyle>
            <a:lvl1pPr>
              <a:defRPr sz="1400" b="1">
                <a:solidFill>
                  <a:schemeClr val="bg1">
                    <a:lumMod val="85000"/>
                  </a:schemeClr>
                </a:solidFill>
                <a:latin typeface="+mn-lt"/>
              </a:defRPr>
            </a:lvl1pPr>
          </a:lstStyle>
          <a:p>
            <a:fld id="{1355A33D-EA15-42BB-BABC-69799646E768}" type="datetime1">
              <a:rPr lang="en-IN" smtClean="0"/>
              <a:t>17-09-2026</a:t>
            </a:fld>
            <a:endParaRPr lang="en-IN" dirty="0"/>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B0F0"/>
                </a:solidFill>
                <a:latin typeface="+mn-lt"/>
              </a:defRPr>
            </a:lvl1pPr>
          </a:lstStyle>
          <a:p>
            <a:r>
              <a:rPr lang="en-US"/>
              <a:t>SEPARATION PROCESS-II</a:t>
            </a:r>
            <a:endParaRPr lang="en-IN" dirty="0"/>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solidFill>
                  <a:schemeClr val="bg1">
                    <a:lumMod val="85000"/>
                  </a:schemeClr>
                </a:solidFill>
                <a:latin typeface="+mn-lt"/>
              </a:defRPr>
            </a:lvl1pPr>
          </a:lstStyle>
          <a:p>
            <a:fld id="{957D5EAD-A97B-4969-AF6A-47A86C2666CF}" type="slidenum">
              <a:rPr lang="en-IN" smtClean="0"/>
              <a:t>‹#›</a:t>
            </a:fld>
            <a:endParaRPr lang="en-IN" dirty="0"/>
          </a:p>
        </p:txBody>
      </p:sp>
      <p:sp>
        <p:nvSpPr>
          <p:cNvPr id="4" name="Content Placeholder 3"/>
          <p:cNvSpPr>
            <a:spLocks noGrp="1"/>
          </p:cNvSpPr>
          <p:nvPr>
            <p:ph sz="quarter" idx="14"/>
          </p:nvPr>
        </p:nvSpPr>
        <p:spPr>
          <a:xfrm>
            <a:off x="562684" y="1147673"/>
            <a:ext cx="10972800" cy="4876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dirty="0"/>
          </a:p>
        </p:txBody>
      </p:sp>
      <p:sp>
        <p:nvSpPr>
          <p:cNvPr id="10" name="Title 9"/>
          <p:cNvSpPr>
            <a:spLocks noGrp="1"/>
          </p:cNvSpPr>
          <p:nvPr>
            <p:ph type="title"/>
          </p:nvPr>
        </p:nvSpPr>
        <p:spPr>
          <a:xfrm>
            <a:off x="443999" y="-4794"/>
            <a:ext cx="8892361" cy="864000"/>
          </a:xfrm>
        </p:spPr>
        <p:txBody>
          <a:bodyPr/>
          <a:lstStyle>
            <a:lvl1pPr>
              <a:defRPr>
                <a:solidFill>
                  <a:schemeClr val="bg1"/>
                </a:solidFill>
              </a:defRPr>
            </a:lvl1pPr>
          </a:lstStyle>
          <a:p>
            <a:r>
              <a:rPr lang="en-GB"/>
              <a:t>Click to edit Master title style</a:t>
            </a:r>
            <a:endParaRPr lang="en-IN"/>
          </a:p>
        </p:txBody>
      </p:sp>
      <p:pic>
        <p:nvPicPr>
          <p:cNvPr id="16" name="Picture 15" descr="BITS_university_logo_whitevert.png">
            <a:extLst>
              <a:ext uri="{FF2B5EF4-FFF2-40B4-BE49-F238E27FC236}">
                <a16:creationId xmlns:a16="http://schemas.microsoft.com/office/drawing/2014/main" id="{ECEC327C-BD81-4173-A209-BC6699A024A0}"/>
              </a:ext>
            </a:extLst>
          </p:cNvPr>
          <p:cNvPicPr preferRelativeResize="0">
            <a:picLocks/>
          </p:cNvPicPr>
          <p:nvPr/>
        </p:nvPicPr>
        <p:blipFill rotWithShape="1">
          <a:blip r:embed="rId2">
            <a:extLst>
              <a:ext uri="{28A0092B-C50C-407E-A947-70E740481C1C}">
                <a14:useLocalDpi xmlns:a14="http://schemas.microsoft.com/office/drawing/2010/main" val="0"/>
              </a:ext>
            </a:extLst>
          </a:blip>
          <a:srcRect t="2" b="28592"/>
          <a:stretch/>
        </p:blipFill>
        <p:spPr>
          <a:xfrm>
            <a:off x="10992544" y="-28261"/>
            <a:ext cx="1199456" cy="1134586"/>
          </a:xfrm>
          <a:prstGeom prst="rect">
            <a:avLst/>
          </a:prstGeom>
        </p:spPr>
      </p:pic>
    </p:spTree>
    <p:extLst>
      <p:ext uri="{BB962C8B-B14F-4D97-AF65-F5344CB8AC3E}">
        <p14:creationId xmlns:p14="http://schemas.microsoft.com/office/powerpoint/2010/main" val="3009960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_Title and Content">
    <p:bg>
      <p:bgPr>
        <a:solidFill>
          <a:schemeClr val="tx1"/>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1"/>
          </p:nvPr>
        </p:nvSpPr>
        <p:spPr>
          <a:xfrm>
            <a:off x="609600" y="6416680"/>
            <a:ext cx="2844800" cy="365125"/>
          </a:xfrm>
        </p:spPr>
        <p:txBody>
          <a:bodyPr/>
          <a:lstStyle>
            <a:lvl1pPr>
              <a:defRPr sz="1400" b="1">
                <a:solidFill>
                  <a:schemeClr val="bg1">
                    <a:lumMod val="85000"/>
                  </a:schemeClr>
                </a:solidFill>
                <a:latin typeface="+mn-lt"/>
              </a:defRPr>
            </a:lvl1pPr>
          </a:lstStyle>
          <a:p>
            <a:fld id="{9CCD662B-2673-4CFD-A99F-22DC9E71CA07}" type="datetime1">
              <a:rPr lang="en-IN" smtClean="0"/>
              <a:t>17-09-2026</a:t>
            </a:fld>
            <a:endParaRPr lang="en-IN" dirty="0"/>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B0F0"/>
                </a:solidFill>
                <a:latin typeface="+mn-lt"/>
              </a:defRPr>
            </a:lvl1pPr>
          </a:lstStyle>
          <a:p>
            <a:r>
              <a:rPr lang="en-US"/>
              <a:t>SEPARATION PROCESS-II</a:t>
            </a:r>
            <a:endParaRPr lang="en-IN" dirty="0"/>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solidFill>
                  <a:schemeClr val="bg1">
                    <a:lumMod val="85000"/>
                  </a:schemeClr>
                </a:solidFill>
                <a:latin typeface="+mn-lt"/>
              </a:defRPr>
            </a:lvl1pPr>
          </a:lstStyle>
          <a:p>
            <a:fld id="{957D5EAD-A97B-4969-AF6A-47A86C2666CF}" type="slidenum">
              <a:rPr lang="en-IN" smtClean="0"/>
              <a:t>‹#›</a:t>
            </a:fld>
            <a:endParaRPr lang="en-IN" dirty="0"/>
          </a:p>
        </p:txBody>
      </p:sp>
      <p:sp>
        <p:nvSpPr>
          <p:cNvPr id="4" name="Content Placeholder 3"/>
          <p:cNvSpPr>
            <a:spLocks noGrp="1"/>
          </p:cNvSpPr>
          <p:nvPr>
            <p:ph sz="quarter" idx="14"/>
          </p:nvPr>
        </p:nvSpPr>
        <p:spPr>
          <a:xfrm>
            <a:off x="562684" y="1147673"/>
            <a:ext cx="10972800" cy="4876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dirty="0"/>
          </a:p>
        </p:txBody>
      </p:sp>
      <p:sp>
        <p:nvSpPr>
          <p:cNvPr id="10" name="Title 9"/>
          <p:cNvSpPr>
            <a:spLocks noGrp="1"/>
          </p:cNvSpPr>
          <p:nvPr>
            <p:ph type="title"/>
          </p:nvPr>
        </p:nvSpPr>
        <p:spPr>
          <a:xfrm>
            <a:off x="443999" y="-4794"/>
            <a:ext cx="8892361" cy="864000"/>
          </a:xfrm>
        </p:spPr>
        <p:txBody>
          <a:bodyPr/>
          <a:lstStyle>
            <a:lvl1pPr>
              <a:defRPr>
                <a:solidFill>
                  <a:schemeClr val="bg1"/>
                </a:solidFill>
              </a:defRPr>
            </a:lvl1pPr>
          </a:lstStyle>
          <a:p>
            <a:r>
              <a:rPr lang="en-GB"/>
              <a:t>Click to edit Master title style</a:t>
            </a:r>
            <a:endParaRPr lang="en-IN"/>
          </a:p>
        </p:txBody>
      </p:sp>
      <p:pic>
        <p:nvPicPr>
          <p:cNvPr id="16" name="Picture 15" descr="BITS_university_logo_whitevert.png">
            <a:extLst>
              <a:ext uri="{FF2B5EF4-FFF2-40B4-BE49-F238E27FC236}">
                <a16:creationId xmlns:a16="http://schemas.microsoft.com/office/drawing/2014/main" id="{ECEC327C-BD81-4173-A209-BC6699A024A0}"/>
              </a:ext>
            </a:extLst>
          </p:cNvPr>
          <p:cNvPicPr preferRelativeResize="0">
            <a:picLocks/>
          </p:cNvPicPr>
          <p:nvPr/>
        </p:nvPicPr>
        <p:blipFill rotWithShape="1">
          <a:blip r:embed="rId2">
            <a:extLst>
              <a:ext uri="{28A0092B-C50C-407E-A947-70E740481C1C}">
                <a14:useLocalDpi xmlns:a14="http://schemas.microsoft.com/office/drawing/2010/main" val="0"/>
              </a:ext>
            </a:extLst>
          </a:blip>
          <a:srcRect t="2" b="28592"/>
          <a:stretch/>
        </p:blipFill>
        <p:spPr>
          <a:xfrm>
            <a:off x="10992544" y="-28261"/>
            <a:ext cx="1199456" cy="1134586"/>
          </a:xfrm>
          <a:prstGeom prst="rect">
            <a:avLst/>
          </a:prstGeom>
        </p:spPr>
      </p:pic>
    </p:spTree>
    <p:extLst>
      <p:ext uri="{BB962C8B-B14F-4D97-AF65-F5344CB8AC3E}">
        <p14:creationId xmlns:p14="http://schemas.microsoft.com/office/powerpoint/2010/main" val="333887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Title and Content">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1"/>
          </p:nvPr>
        </p:nvSpPr>
        <p:spPr>
          <a:xfrm>
            <a:off x="609600" y="6416680"/>
            <a:ext cx="2844800" cy="365125"/>
          </a:xfrm>
        </p:spPr>
        <p:txBody>
          <a:bodyPr/>
          <a:lstStyle>
            <a:lvl1pPr>
              <a:defRPr sz="1400" b="1">
                <a:solidFill>
                  <a:schemeClr val="bg1">
                    <a:lumMod val="85000"/>
                  </a:schemeClr>
                </a:solidFill>
                <a:latin typeface="+mn-lt"/>
              </a:defRPr>
            </a:lvl1pPr>
          </a:lstStyle>
          <a:p>
            <a:fld id="{B8A17FA9-B146-4A3E-9B3F-9294238D23A9}" type="datetime1">
              <a:rPr lang="en-IN" smtClean="0"/>
              <a:t>17-09-2026</a:t>
            </a:fld>
            <a:endParaRPr lang="en-IN" dirty="0"/>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B0F0"/>
                </a:solidFill>
                <a:latin typeface="+mn-lt"/>
              </a:defRPr>
            </a:lvl1pPr>
          </a:lstStyle>
          <a:p>
            <a:r>
              <a:rPr lang="en-US"/>
              <a:t>SEPARATION PROCESS-II</a:t>
            </a:r>
            <a:endParaRPr lang="en-IN" dirty="0"/>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solidFill>
                  <a:schemeClr val="bg1">
                    <a:lumMod val="85000"/>
                  </a:schemeClr>
                </a:solidFill>
                <a:latin typeface="+mn-lt"/>
              </a:defRPr>
            </a:lvl1pPr>
          </a:lstStyle>
          <a:p>
            <a:fld id="{957D5EAD-A97B-4969-AF6A-47A86C2666CF}" type="slidenum">
              <a:rPr lang="en-IN" smtClean="0"/>
              <a:t>‹#›</a:t>
            </a:fld>
            <a:endParaRPr lang="en-IN" dirty="0"/>
          </a:p>
        </p:txBody>
      </p:sp>
      <p:sp>
        <p:nvSpPr>
          <p:cNvPr id="4" name="Content Placeholder 3"/>
          <p:cNvSpPr>
            <a:spLocks noGrp="1"/>
          </p:cNvSpPr>
          <p:nvPr>
            <p:ph sz="quarter" idx="14"/>
          </p:nvPr>
        </p:nvSpPr>
        <p:spPr>
          <a:xfrm>
            <a:off x="562684" y="1147673"/>
            <a:ext cx="10972800" cy="4876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dirty="0"/>
          </a:p>
        </p:txBody>
      </p:sp>
      <p:sp>
        <p:nvSpPr>
          <p:cNvPr id="10" name="Title 9"/>
          <p:cNvSpPr>
            <a:spLocks noGrp="1"/>
          </p:cNvSpPr>
          <p:nvPr>
            <p:ph type="title"/>
          </p:nvPr>
        </p:nvSpPr>
        <p:spPr>
          <a:xfrm>
            <a:off x="443999" y="-4794"/>
            <a:ext cx="8892361" cy="864000"/>
          </a:xfrm>
        </p:spPr>
        <p:txBody>
          <a:bodyPr/>
          <a:lstStyle>
            <a:lvl1pPr>
              <a:defRPr>
                <a:solidFill>
                  <a:schemeClr val="bg1"/>
                </a:solidFill>
              </a:defRPr>
            </a:lvl1pPr>
          </a:lstStyle>
          <a:p>
            <a:r>
              <a:rPr lang="en-GB"/>
              <a:t>Click to edit Master title style</a:t>
            </a:r>
            <a:endParaRPr lang="en-IN"/>
          </a:p>
        </p:txBody>
      </p:sp>
      <p:pic>
        <p:nvPicPr>
          <p:cNvPr id="16" name="Picture 15" descr="BITS_university_logo_whitevert.png">
            <a:extLst>
              <a:ext uri="{FF2B5EF4-FFF2-40B4-BE49-F238E27FC236}">
                <a16:creationId xmlns:a16="http://schemas.microsoft.com/office/drawing/2014/main" id="{ECEC327C-BD81-4173-A209-BC6699A024A0}"/>
              </a:ext>
            </a:extLst>
          </p:cNvPr>
          <p:cNvPicPr preferRelativeResize="0">
            <a:picLocks/>
          </p:cNvPicPr>
          <p:nvPr/>
        </p:nvPicPr>
        <p:blipFill rotWithShape="1">
          <a:blip r:embed="rId2">
            <a:extLst>
              <a:ext uri="{28A0092B-C50C-407E-A947-70E740481C1C}">
                <a14:useLocalDpi xmlns:a14="http://schemas.microsoft.com/office/drawing/2010/main" val="0"/>
              </a:ext>
            </a:extLst>
          </a:blip>
          <a:srcRect t="2" b="28592"/>
          <a:stretch/>
        </p:blipFill>
        <p:spPr>
          <a:xfrm>
            <a:off x="10992544" y="-28261"/>
            <a:ext cx="1199456" cy="1134586"/>
          </a:xfrm>
          <a:prstGeom prst="rect">
            <a:avLst/>
          </a:prstGeom>
        </p:spPr>
      </p:pic>
    </p:spTree>
    <p:extLst>
      <p:ext uri="{BB962C8B-B14F-4D97-AF65-F5344CB8AC3E}">
        <p14:creationId xmlns:p14="http://schemas.microsoft.com/office/powerpoint/2010/main" val="2299581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p:nvPicPr>
        <p:blipFill>
          <a:blip r:embed="rId2" cstate="print"/>
          <a:srcRect l="1923" b="5336"/>
          <a:stretch>
            <a:fillRect/>
          </a:stretch>
        </p:blipFill>
        <p:spPr>
          <a:xfrm>
            <a:off x="9456434" y="0"/>
            <a:ext cx="2735567" cy="648000"/>
          </a:xfrm>
          <a:prstGeom prst="rect">
            <a:avLst/>
          </a:prstGeom>
        </p:spPr>
      </p:pic>
      <p:grpSp>
        <p:nvGrpSpPr>
          <p:cNvPr id="20" name="Group 19"/>
          <p:cNvGrpSpPr/>
          <p:nvPr/>
        </p:nvGrpSpPr>
        <p:grpSpPr>
          <a:xfrm>
            <a:off x="0" y="868682"/>
            <a:ext cx="93472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29" name="Group 28"/>
          <p:cNvGrpSpPr/>
          <p:nvPr/>
        </p:nvGrpSpPr>
        <p:grpSpPr>
          <a:xfrm>
            <a:off x="2844800" y="6287776"/>
            <a:ext cx="93472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sp>
        <p:nvSpPr>
          <p:cNvPr id="2" name="Date Placeholder 1"/>
          <p:cNvSpPr>
            <a:spLocks noGrp="1"/>
          </p:cNvSpPr>
          <p:nvPr>
            <p:ph type="dt" sz="half" idx="11"/>
          </p:nvPr>
        </p:nvSpPr>
        <p:spPr/>
        <p:txBody>
          <a:bodyPr/>
          <a:lstStyle/>
          <a:p>
            <a:fld id="{01697EC4-F6AF-4E72-8EEB-179BE843C363}" type="datetime1">
              <a:rPr lang="en-IN" smtClean="0"/>
              <a:t>17-09-2026</a:t>
            </a:fld>
            <a:endParaRPr lang="en-IN" dirty="0"/>
          </a:p>
        </p:txBody>
      </p:sp>
      <p:sp>
        <p:nvSpPr>
          <p:cNvPr id="5" name="Footer Placeholder 4"/>
          <p:cNvSpPr>
            <a:spLocks noGrp="1"/>
          </p:cNvSpPr>
          <p:nvPr>
            <p:ph type="ftr" sz="quarter" idx="12"/>
          </p:nvPr>
        </p:nvSpPr>
        <p:spPr/>
        <p:txBody>
          <a:bodyPr/>
          <a:lstStyle/>
          <a:p>
            <a:r>
              <a:rPr lang="en-US"/>
              <a:t>SEPARATION PROCESS-II</a:t>
            </a:r>
            <a:endParaRPr lang="en-IN" dirty="0"/>
          </a:p>
        </p:txBody>
      </p:sp>
      <p:sp>
        <p:nvSpPr>
          <p:cNvPr id="6" name="Slide Number Placeholder 5"/>
          <p:cNvSpPr>
            <a:spLocks noGrp="1"/>
          </p:cNvSpPr>
          <p:nvPr>
            <p:ph type="sldNum" sz="quarter" idx="13"/>
          </p:nvPr>
        </p:nvSpPr>
        <p:spPr/>
        <p:txBody>
          <a:bodyPr/>
          <a:lstStyle/>
          <a:p>
            <a:fld id="{957D5EAD-A97B-4969-AF6A-47A86C2666CF}" type="slidenum">
              <a:rPr lang="en-IN" smtClean="0"/>
              <a:t>‹#›</a:t>
            </a:fld>
            <a:endParaRPr lang="en-IN" dirty="0"/>
          </a:p>
        </p:txBody>
      </p:sp>
      <p:sp>
        <p:nvSpPr>
          <p:cNvPr id="8" name="Content Placeholder 7"/>
          <p:cNvSpPr>
            <a:spLocks noGrp="1"/>
          </p:cNvSpPr>
          <p:nvPr>
            <p:ph sz="quarter" idx="14"/>
          </p:nvPr>
        </p:nvSpPr>
        <p:spPr>
          <a:xfrm>
            <a:off x="406400" y="1125898"/>
            <a:ext cx="5520000" cy="4680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10" name="Content Placeholder 9"/>
          <p:cNvSpPr>
            <a:spLocks noGrp="1"/>
          </p:cNvSpPr>
          <p:nvPr>
            <p:ph sz="quarter" idx="15"/>
          </p:nvPr>
        </p:nvSpPr>
        <p:spPr>
          <a:xfrm>
            <a:off x="6367200" y="1137930"/>
            <a:ext cx="5520000" cy="4680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11" name="Title 10"/>
          <p:cNvSpPr>
            <a:spLocks noGrp="1"/>
          </p:cNvSpPr>
          <p:nvPr>
            <p:ph type="title"/>
          </p:nvPr>
        </p:nvSpPr>
        <p:spPr>
          <a:xfrm>
            <a:off x="406400" y="1"/>
            <a:ext cx="10972800" cy="845821"/>
          </a:xfrm>
        </p:spPr>
        <p:txBody>
          <a:bodyPr/>
          <a:lstStyle/>
          <a:p>
            <a:r>
              <a:rPr lang="en-GB"/>
              <a:t>Click to edit Master title style</a:t>
            </a:r>
            <a:endParaRPr lang="en-IN" dirty="0"/>
          </a:p>
        </p:txBody>
      </p:sp>
    </p:spTree>
    <p:extLst>
      <p:ext uri="{BB962C8B-B14F-4D97-AF65-F5344CB8AC3E}">
        <p14:creationId xmlns:p14="http://schemas.microsoft.com/office/powerpoint/2010/main" val="3399540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535112"/>
            <a:ext cx="5386917" cy="827087"/>
          </a:xfrm>
        </p:spPr>
        <p:txBody>
          <a:bodyPr numCol="1"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GB"/>
              <a:t>Click to edit Master text styles</a:t>
            </a:r>
          </a:p>
        </p:txBody>
      </p:sp>
      <p:sp>
        <p:nvSpPr>
          <p:cNvPr id="4" name="Content Placeholder 3"/>
          <p:cNvSpPr>
            <a:spLocks noGrp="1"/>
          </p:cNvSpPr>
          <p:nvPr>
            <p:ph sz="half" idx="2"/>
          </p:nvPr>
        </p:nvSpPr>
        <p:spPr>
          <a:xfrm>
            <a:off x="609600" y="2362204"/>
            <a:ext cx="5386917" cy="3763963"/>
          </a:xfrm>
        </p:spPr>
        <p:txBody>
          <a:bodyPr numCol="1"/>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70" y="1535112"/>
            <a:ext cx="5389033" cy="827087"/>
          </a:xfrm>
        </p:spPr>
        <p:txBody>
          <a:bodyPr numCol="1"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GB"/>
              <a:t>Click to edit Master text styles</a:t>
            </a:r>
          </a:p>
        </p:txBody>
      </p:sp>
      <p:sp>
        <p:nvSpPr>
          <p:cNvPr id="6" name="Content Placeholder 5"/>
          <p:cNvSpPr>
            <a:spLocks noGrp="1"/>
          </p:cNvSpPr>
          <p:nvPr>
            <p:ph sz="quarter" idx="4"/>
          </p:nvPr>
        </p:nvSpPr>
        <p:spPr>
          <a:xfrm>
            <a:off x="6193370" y="2362204"/>
            <a:ext cx="5389033" cy="3763963"/>
          </a:xfrm>
        </p:spPr>
        <p:txBody>
          <a:bodyPr numCol="1"/>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grpSp>
        <p:nvGrpSpPr>
          <p:cNvPr id="11" name="Group 10"/>
          <p:cNvGrpSpPr/>
          <p:nvPr/>
        </p:nvGrpSpPr>
        <p:grpSpPr>
          <a:xfrm>
            <a:off x="0" y="868682"/>
            <a:ext cx="93472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16" name="Group 15"/>
          <p:cNvGrpSpPr/>
          <p:nvPr/>
        </p:nvGrpSpPr>
        <p:grpSpPr>
          <a:xfrm>
            <a:off x="2844800" y="6338420"/>
            <a:ext cx="93472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20" name="Picture 19"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2" name="Date Placeholder 1"/>
          <p:cNvSpPr>
            <a:spLocks noGrp="1"/>
          </p:cNvSpPr>
          <p:nvPr>
            <p:ph type="dt" sz="half" idx="11"/>
          </p:nvPr>
        </p:nvSpPr>
        <p:spPr/>
        <p:txBody>
          <a:bodyPr/>
          <a:lstStyle/>
          <a:p>
            <a:fld id="{9EF678B6-2C84-4A92-80C1-561E1CDDBE1A}" type="datetime1">
              <a:rPr lang="en-IN" smtClean="0"/>
              <a:t>17-09-2026</a:t>
            </a:fld>
            <a:endParaRPr lang="en-IN" dirty="0"/>
          </a:p>
        </p:txBody>
      </p:sp>
      <p:sp>
        <p:nvSpPr>
          <p:cNvPr id="7" name="Footer Placeholder 6"/>
          <p:cNvSpPr>
            <a:spLocks noGrp="1"/>
          </p:cNvSpPr>
          <p:nvPr>
            <p:ph type="ftr" sz="quarter" idx="12"/>
          </p:nvPr>
        </p:nvSpPr>
        <p:spPr/>
        <p:txBody>
          <a:bodyPr/>
          <a:lstStyle/>
          <a:p>
            <a:r>
              <a:rPr lang="en-US"/>
              <a:t>SEPARATION PROCESS-II</a:t>
            </a:r>
            <a:endParaRPr lang="en-IN" dirty="0"/>
          </a:p>
        </p:txBody>
      </p:sp>
      <p:sp>
        <p:nvSpPr>
          <p:cNvPr id="8" name="Slide Number Placeholder 7"/>
          <p:cNvSpPr>
            <a:spLocks noGrp="1"/>
          </p:cNvSpPr>
          <p:nvPr>
            <p:ph type="sldNum" sz="quarter" idx="13"/>
          </p:nvPr>
        </p:nvSpPr>
        <p:spPr/>
        <p:txBody>
          <a:bodyPr/>
          <a:lstStyle/>
          <a:p>
            <a:fld id="{957D5EAD-A97B-4969-AF6A-47A86C2666CF}" type="slidenum">
              <a:rPr lang="en-IN" smtClean="0"/>
              <a:t>‹#›</a:t>
            </a:fld>
            <a:endParaRPr lang="en-IN" dirty="0"/>
          </a:p>
        </p:txBody>
      </p:sp>
      <p:sp>
        <p:nvSpPr>
          <p:cNvPr id="9" name="Title 8"/>
          <p:cNvSpPr>
            <a:spLocks noGrp="1"/>
          </p:cNvSpPr>
          <p:nvPr>
            <p:ph type="title"/>
          </p:nvPr>
        </p:nvSpPr>
        <p:spPr>
          <a:xfrm>
            <a:off x="304800" y="9943"/>
            <a:ext cx="10972800" cy="864000"/>
          </a:xfrm>
        </p:spPr>
        <p:txBody>
          <a:bodyPr/>
          <a:lstStyle/>
          <a:p>
            <a:r>
              <a:rPr lang="en-GB"/>
              <a:t>Click to edit Master title style</a:t>
            </a:r>
            <a:endParaRPr lang="en-IN"/>
          </a:p>
        </p:txBody>
      </p:sp>
    </p:spTree>
    <p:extLst>
      <p:ext uri="{BB962C8B-B14F-4D97-AF65-F5344CB8AC3E}">
        <p14:creationId xmlns:p14="http://schemas.microsoft.com/office/powerpoint/2010/main" val="1657308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6" name="Group 5"/>
          <p:cNvGrpSpPr/>
          <p:nvPr/>
        </p:nvGrpSpPr>
        <p:grpSpPr>
          <a:xfrm>
            <a:off x="0" y="868682"/>
            <a:ext cx="93472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11" name="Group 10"/>
          <p:cNvGrpSpPr/>
          <p:nvPr/>
        </p:nvGrpSpPr>
        <p:grpSpPr>
          <a:xfrm>
            <a:off x="2844800" y="6172201"/>
            <a:ext cx="93472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5" name="Picture 14"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2" name="Date Placeholder 1"/>
          <p:cNvSpPr>
            <a:spLocks noGrp="1"/>
          </p:cNvSpPr>
          <p:nvPr>
            <p:ph type="dt" sz="half" idx="11"/>
          </p:nvPr>
        </p:nvSpPr>
        <p:spPr/>
        <p:txBody>
          <a:bodyPr/>
          <a:lstStyle/>
          <a:p>
            <a:fld id="{01AC9D12-2AE8-4440-8FB8-DC9F6C77042E}" type="datetime1">
              <a:rPr lang="en-IN" smtClean="0"/>
              <a:t>17-09-2026</a:t>
            </a:fld>
            <a:endParaRPr lang="en-IN" dirty="0"/>
          </a:p>
        </p:txBody>
      </p:sp>
      <p:sp>
        <p:nvSpPr>
          <p:cNvPr id="3" name="Footer Placeholder 2"/>
          <p:cNvSpPr>
            <a:spLocks noGrp="1"/>
          </p:cNvSpPr>
          <p:nvPr>
            <p:ph type="ftr" sz="quarter" idx="12"/>
          </p:nvPr>
        </p:nvSpPr>
        <p:spPr/>
        <p:txBody>
          <a:bodyPr/>
          <a:lstStyle/>
          <a:p>
            <a:r>
              <a:rPr lang="en-US"/>
              <a:t>SEPARATION PROCESS-II</a:t>
            </a:r>
            <a:endParaRPr lang="en-IN" dirty="0"/>
          </a:p>
        </p:txBody>
      </p:sp>
      <p:sp>
        <p:nvSpPr>
          <p:cNvPr id="4" name="Slide Number Placeholder 3"/>
          <p:cNvSpPr>
            <a:spLocks noGrp="1"/>
          </p:cNvSpPr>
          <p:nvPr>
            <p:ph type="sldNum" sz="quarter" idx="13"/>
          </p:nvPr>
        </p:nvSpPr>
        <p:spPr/>
        <p:txBody>
          <a:bodyPr/>
          <a:lstStyle/>
          <a:p>
            <a:fld id="{957D5EAD-A97B-4969-AF6A-47A86C2666CF}" type="slidenum">
              <a:rPr lang="en-IN" smtClean="0"/>
              <a:t>‹#›</a:t>
            </a:fld>
            <a:endParaRPr lang="en-IN" dirty="0"/>
          </a:p>
        </p:txBody>
      </p:sp>
      <p:sp>
        <p:nvSpPr>
          <p:cNvPr id="10" name="Title 9"/>
          <p:cNvSpPr>
            <a:spLocks noGrp="1"/>
          </p:cNvSpPr>
          <p:nvPr>
            <p:ph type="title"/>
          </p:nvPr>
        </p:nvSpPr>
        <p:spPr>
          <a:xfrm>
            <a:off x="609600" y="-1"/>
            <a:ext cx="10972800" cy="864000"/>
          </a:xfrm>
        </p:spPr>
        <p:txBody>
          <a:bodyPr/>
          <a:lstStyle/>
          <a:p>
            <a:r>
              <a:rPr lang="en-GB"/>
              <a:t>Click to edit Master title style</a:t>
            </a:r>
            <a:endParaRPr lang="en-IN"/>
          </a:p>
        </p:txBody>
      </p:sp>
    </p:spTree>
    <p:extLst>
      <p:ext uri="{BB962C8B-B14F-4D97-AF65-F5344CB8AC3E}">
        <p14:creationId xmlns:p14="http://schemas.microsoft.com/office/powerpoint/2010/main" val="2727352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600205"/>
            <a:ext cx="6815667" cy="4525963"/>
          </a:xfrm>
        </p:spPr>
        <p:txBody>
          <a:bodyPr numCol="1"/>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3" y="1600205"/>
            <a:ext cx="4011084" cy="4525963"/>
          </a:xfrm>
        </p:spPr>
        <p:txBody>
          <a:bodyPr numCol="1"/>
          <a:lstStyle>
            <a:lvl1pPr marL="0" indent="0">
              <a:buNone/>
              <a:defRPr sz="1050"/>
            </a:lvl1pPr>
            <a:lvl2pPr marL="342892" indent="0">
              <a:buNone/>
              <a:defRPr sz="900"/>
            </a:lvl2pPr>
            <a:lvl3pPr marL="685783" indent="0">
              <a:buNone/>
              <a:defRPr sz="750"/>
            </a:lvl3pPr>
            <a:lvl4pPr marL="1028675" indent="0">
              <a:buNone/>
              <a:defRPr sz="675"/>
            </a:lvl4pPr>
            <a:lvl5pPr marL="1371566" indent="0">
              <a:buNone/>
              <a:defRPr sz="675"/>
            </a:lvl5pPr>
            <a:lvl6pPr marL="1714457" indent="0">
              <a:buNone/>
              <a:defRPr sz="675"/>
            </a:lvl6pPr>
            <a:lvl7pPr marL="2057348" indent="0">
              <a:buNone/>
              <a:defRPr sz="675"/>
            </a:lvl7pPr>
            <a:lvl8pPr marL="2400240" indent="0">
              <a:buNone/>
              <a:defRPr sz="675"/>
            </a:lvl8pPr>
            <a:lvl9pPr marL="2743132" indent="0">
              <a:buNone/>
              <a:defRPr sz="675"/>
            </a:lvl9pPr>
          </a:lstStyle>
          <a:p>
            <a:pPr lvl="0"/>
            <a:r>
              <a:rPr lang="en-GB"/>
              <a:t>Click to edit Master text styles</a:t>
            </a:r>
          </a:p>
        </p:txBody>
      </p:sp>
      <p:grpSp>
        <p:nvGrpSpPr>
          <p:cNvPr id="9" name="Group 8"/>
          <p:cNvGrpSpPr/>
          <p:nvPr/>
        </p:nvGrpSpPr>
        <p:grpSpPr>
          <a:xfrm>
            <a:off x="0" y="838201"/>
            <a:ext cx="93472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14" name="Group 13"/>
          <p:cNvGrpSpPr/>
          <p:nvPr/>
        </p:nvGrpSpPr>
        <p:grpSpPr>
          <a:xfrm>
            <a:off x="2844800" y="6248401"/>
            <a:ext cx="93472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8" name="Picture 17"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2" name="Date Placeholder 1"/>
          <p:cNvSpPr>
            <a:spLocks noGrp="1"/>
          </p:cNvSpPr>
          <p:nvPr>
            <p:ph type="dt" sz="half" idx="14"/>
          </p:nvPr>
        </p:nvSpPr>
        <p:spPr/>
        <p:txBody>
          <a:bodyPr/>
          <a:lstStyle/>
          <a:p>
            <a:fld id="{8F7A4C9F-9EC4-4371-9A36-39F3978CBA63}" type="datetime1">
              <a:rPr lang="en-IN" smtClean="0"/>
              <a:t>17-09-2026</a:t>
            </a:fld>
            <a:endParaRPr lang="en-IN" dirty="0"/>
          </a:p>
        </p:txBody>
      </p:sp>
      <p:sp>
        <p:nvSpPr>
          <p:cNvPr id="5" name="Footer Placeholder 4"/>
          <p:cNvSpPr>
            <a:spLocks noGrp="1"/>
          </p:cNvSpPr>
          <p:nvPr>
            <p:ph type="ftr" sz="quarter" idx="15"/>
          </p:nvPr>
        </p:nvSpPr>
        <p:spPr/>
        <p:txBody>
          <a:bodyPr/>
          <a:lstStyle/>
          <a:p>
            <a:r>
              <a:rPr lang="en-US"/>
              <a:t>SEPARATION PROCESS-II</a:t>
            </a:r>
            <a:endParaRPr lang="en-IN" dirty="0"/>
          </a:p>
        </p:txBody>
      </p:sp>
      <p:sp>
        <p:nvSpPr>
          <p:cNvPr id="6" name="Slide Number Placeholder 5"/>
          <p:cNvSpPr>
            <a:spLocks noGrp="1"/>
          </p:cNvSpPr>
          <p:nvPr>
            <p:ph type="sldNum" sz="quarter" idx="16"/>
          </p:nvPr>
        </p:nvSpPr>
        <p:spPr/>
        <p:txBody>
          <a:bodyPr/>
          <a:lstStyle/>
          <a:p>
            <a:fld id="{957D5EAD-A97B-4969-AF6A-47A86C2666CF}" type="slidenum">
              <a:rPr lang="en-IN" smtClean="0"/>
              <a:t>‹#›</a:t>
            </a:fld>
            <a:endParaRPr lang="en-IN" dirty="0"/>
          </a:p>
        </p:txBody>
      </p:sp>
      <p:sp>
        <p:nvSpPr>
          <p:cNvPr id="7" name="Title 6"/>
          <p:cNvSpPr>
            <a:spLocks noGrp="1"/>
          </p:cNvSpPr>
          <p:nvPr>
            <p:ph type="title"/>
          </p:nvPr>
        </p:nvSpPr>
        <p:spPr>
          <a:xfrm>
            <a:off x="609600" y="0"/>
            <a:ext cx="10972800" cy="864000"/>
          </a:xfrm>
        </p:spPr>
        <p:txBody>
          <a:bodyPr/>
          <a:lstStyle/>
          <a:p>
            <a:r>
              <a:rPr lang="en-GB"/>
              <a:t>Click to edit Master title style</a:t>
            </a:r>
            <a:endParaRPr lang="en-IN" dirty="0"/>
          </a:p>
        </p:txBody>
      </p:sp>
    </p:spTree>
    <p:extLst>
      <p:ext uri="{BB962C8B-B14F-4D97-AF65-F5344CB8AC3E}">
        <p14:creationId xmlns:p14="http://schemas.microsoft.com/office/powerpoint/2010/main" val="35246780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389717" y="1828800"/>
            <a:ext cx="73152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numCol="1"/>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r>
              <a:rPr lang="en-GB"/>
              <a:t>Click icon to add picture</a:t>
            </a:r>
            <a:endParaRPr lang="en-US"/>
          </a:p>
        </p:txBody>
      </p:sp>
      <p:sp>
        <p:nvSpPr>
          <p:cNvPr id="4" name="Text Placeholder 3"/>
          <p:cNvSpPr>
            <a:spLocks noGrp="1"/>
          </p:cNvSpPr>
          <p:nvPr>
            <p:ph type="body" sz="half" idx="2"/>
          </p:nvPr>
        </p:nvSpPr>
        <p:spPr>
          <a:xfrm>
            <a:off x="2389717" y="5711825"/>
            <a:ext cx="7315200" cy="304800"/>
          </a:xfrm>
        </p:spPr>
        <p:txBody>
          <a:bodyPr numCol="1">
            <a:normAutofit/>
          </a:bodyPr>
          <a:lstStyle>
            <a:lvl1pPr marL="0" indent="0">
              <a:buNone/>
              <a:defRPr sz="1200"/>
            </a:lvl1pPr>
            <a:lvl2pPr marL="342892" indent="0">
              <a:buNone/>
              <a:defRPr sz="900"/>
            </a:lvl2pPr>
            <a:lvl3pPr marL="685783" indent="0">
              <a:buNone/>
              <a:defRPr sz="750"/>
            </a:lvl3pPr>
            <a:lvl4pPr marL="1028675" indent="0">
              <a:buNone/>
              <a:defRPr sz="675"/>
            </a:lvl4pPr>
            <a:lvl5pPr marL="1371566" indent="0">
              <a:buNone/>
              <a:defRPr sz="675"/>
            </a:lvl5pPr>
            <a:lvl6pPr marL="1714457" indent="0">
              <a:buNone/>
              <a:defRPr sz="675"/>
            </a:lvl6pPr>
            <a:lvl7pPr marL="2057348" indent="0">
              <a:buNone/>
              <a:defRPr sz="675"/>
            </a:lvl7pPr>
            <a:lvl8pPr marL="2400240" indent="0">
              <a:buNone/>
              <a:defRPr sz="675"/>
            </a:lvl8pPr>
            <a:lvl9pPr marL="2743132" indent="0">
              <a:buNone/>
              <a:defRPr sz="675"/>
            </a:lvl9pPr>
          </a:lstStyle>
          <a:p>
            <a:pPr lvl="0"/>
            <a:r>
              <a:rPr lang="en-GB"/>
              <a:t>Click to edit Master text styles</a:t>
            </a:r>
          </a:p>
        </p:txBody>
      </p:sp>
      <p:grpSp>
        <p:nvGrpSpPr>
          <p:cNvPr id="6" name="Group 5"/>
          <p:cNvGrpSpPr/>
          <p:nvPr/>
        </p:nvGrpSpPr>
        <p:grpSpPr>
          <a:xfrm>
            <a:off x="0" y="913669"/>
            <a:ext cx="93472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11" name="Group 10"/>
          <p:cNvGrpSpPr/>
          <p:nvPr/>
        </p:nvGrpSpPr>
        <p:grpSpPr>
          <a:xfrm>
            <a:off x="2844800" y="6188080"/>
            <a:ext cx="93472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5" name="Picture 14"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10" name="Date Placeholder 9"/>
          <p:cNvSpPr>
            <a:spLocks noGrp="1"/>
          </p:cNvSpPr>
          <p:nvPr>
            <p:ph type="dt" sz="half" idx="11"/>
          </p:nvPr>
        </p:nvSpPr>
        <p:spPr/>
        <p:txBody>
          <a:bodyPr/>
          <a:lstStyle/>
          <a:p>
            <a:fld id="{FCEF0E3B-C8FE-45FD-BCE6-571E33176FFF}" type="datetime1">
              <a:rPr lang="en-IN" smtClean="0"/>
              <a:t>17-09-2026</a:t>
            </a:fld>
            <a:endParaRPr lang="en-IN" dirty="0"/>
          </a:p>
        </p:txBody>
      </p:sp>
      <p:sp>
        <p:nvSpPr>
          <p:cNvPr id="16" name="Footer Placeholder 15"/>
          <p:cNvSpPr>
            <a:spLocks noGrp="1"/>
          </p:cNvSpPr>
          <p:nvPr>
            <p:ph type="ftr" sz="quarter" idx="12"/>
          </p:nvPr>
        </p:nvSpPr>
        <p:spPr/>
        <p:txBody>
          <a:bodyPr/>
          <a:lstStyle/>
          <a:p>
            <a:r>
              <a:rPr lang="en-US"/>
              <a:t>SEPARATION PROCESS-II</a:t>
            </a:r>
            <a:endParaRPr lang="en-IN" dirty="0"/>
          </a:p>
        </p:txBody>
      </p:sp>
      <p:sp>
        <p:nvSpPr>
          <p:cNvPr id="18" name="Slide Number Placeholder 17"/>
          <p:cNvSpPr>
            <a:spLocks noGrp="1"/>
          </p:cNvSpPr>
          <p:nvPr>
            <p:ph type="sldNum" sz="quarter" idx="13"/>
          </p:nvPr>
        </p:nvSpPr>
        <p:spPr/>
        <p:txBody>
          <a:bodyPr/>
          <a:lstStyle/>
          <a:p>
            <a:fld id="{957D5EAD-A97B-4969-AF6A-47A86C2666CF}" type="slidenum">
              <a:rPr lang="en-IN" smtClean="0"/>
              <a:t>‹#›</a:t>
            </a:fld>
            <a:endParaRPr lang="en-IN" dirty="0"/>
          </a:p>
        </p:txBody>
      </p:sp>
      <p:sp>
        <p:nvSpPr>
          <p:cNvPr id="19" name="Title 18"/>
          <p:cNvSpPr>
            <a:spLocks noGrp="1"/>
          </p:cNvSpPr>
          <p:nvPr>
            <p:ph type="title"/>
          </p:nvPr>
        </p:nvSpPr>
        <p:spPr>
          <a:xfrm>
            <a:off x="203200" y="86276"/>
            <a:ext cx="8636003" cy="704837"/>
          </a:xfrm>
        </p:spPr>
        <p:txBody>
          <a:bodyPr/>
          <a:lstStyle/>
          <a:p>
            <a:r>
              <a:rPr lang="en-GB"/>
              <a:t>Click to edit Master title style</a:t>
            </a:r>
            <a:endParaRPr lang="en-IN"/>
          </a:p>
        </p:txBody>
      </p:sp>
    </p:spTree>
    <p:extLst>
      <p:ext uri="{BB962C8B-B14F-4D97-AF65-F5344CB8AC3E}">
        <p14:creationId xmlns:p14="http://schemas.microsoft.com/office/powerpoint/2010/main" val="28134297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09600" y="1295401"/>
            <a:ext cx="10972800" cy="4639857"/>
          </a:xfrm>
        </p:spPr>
        <p:txBody>
          <a:bodyPr vert="eaVert" numCol="1"/>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grpSp>
        <p:nvGrpSpPr>
          <p:cNvPr id="20" name="Group 19"/>
          <p:cNvGrpSpPr/>
          <p:nvPr/>
        </p:nvGrpSpPr>
        <p:grpSpPr>
          <a:xfrm>
            <a:off x="0" y="1077226"/>
            <a:ext cx="93472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25" name="Group 24"/>
          <p:cNvGrpSpPr/>
          <p:nvPr/>
        </p:nvGrpSpPr>
        <p:grpSpPr>
          <a:xfrm>
            <a:off x="2839452" y="6242465"/>
            <a:ext cx="93472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29" name="Picture 28"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2" name="Title 1"/>
          <p:cNvSpPr>
            <a:spLocks noGrp="1"/>
          </p:cNvSpPr>
          <p:nvPr>
            <p:ph type="title"/>
          </p:nvPr>
        </p:nvSpPr>
        <p:spPr>
          <a:xfrm>
            <a:off x="508000" y="27513"/>
            <a:ext cx="10972800" cy="972390"/>
          </a:xfrm>
        </p:spPr>
        <p:txBody>
          <a:bodyPr/>
          <a:lstStyle/>
          <a:p>
            <a:r>
              <a:rPr lang="en-GB"/>
              <a:t>Click to edit Master title style</a:t>
            </a:r>
            <a:endParaRPr lang="en-IN"/>
          </a:p>
        </p:txBody>
      </p:sp>
      <p:sp>
        <p:nvSpPr>
          <p:cNvPr id="4" name="Date Placeholder 3"/>
          <p:cNvSpPr>
            <a:spLocks noGrp="1"/>
          </p:cNvSpPr>
          <p:nvPr>
            <p:ph type="dt" sz="half" idx="10"/>
          </p:nvPr>
        </p:nvSpPr>
        <p:spPr/>
        <p:txBody>
          <a:bodyPr/>
          <a:lstStyle/>
          <a:p>
            <a:fld id="{6012F648-5EA5-4D92-AB90-1F95ADD21573}" type="datetime1">
              <a:rPr lang="en-IN" smtClean="0"/>
              <a:t>17-09-2026</a:t>
            </a:fld>
            <a:endParaRPr lang="en-IN" dirty="0"/>
          </a:p>
        </p:txBody>
      </p:sp>
      <p:sp>
        <p:nvSpPr>
          <p:cNvPr id="5" name="Footer Placeholder 4"/>
          <p:cNvSpPr>
            <a:spLocks noGrp="1"/>
          </p:cNvSpPr>
          <p:nvPr>
            <p:ph type="ftr" sz="quarter" idx="11"/>
          </p:nvPr>
        </p:nvSpPr>
        <p:spPr/>
        <p:txBody>
          <a:bodyPr/>
          <a:lstStyle/>
          <a:p>
            <a:r>
              <a:rPr lang="en-US"/>
              <a:t>SEPARATION PROCESS-II</a:t>
            </a:r>
            <a:endParaRPr lang="en-IN" dirty="0"/>
          </a:p>
        </p:txBody>
      </p:sp>
      <p:sp>
        <p:nvSpPr>
          <p:cNvPr id="6" name="Slide Number Placeholder 5"/>
          <p:cNvSpPr>
            <a:spLocks noGrp="1"/>
          </p:cNvSpPr>
          <p:nvPr>
            <p:ph type="sldNum" sz="quarter" idx="12"/>
          </p:nvPr>
        </p:nvSpPr>
        <p:spPr/>
        <p:txBody>
          <a:bodyPr/>
          <a:lstStyle/>
          <a:p>
            <a:fld id="{957D5EAD-A97B-4969-AF6A-47A86C2666CF}" type="slidenum">
              <a:rPr lang="en-IN" smtClean="0"/>
              <a:t>‹#›</a:t>
            </a:fld>
            <a:endParaRPr lang="en-IN" dirty="0"/>
          </a:p>
        </p:txBody>
      </p:sp>
    </p:spTree>
    <p:extLst>
      <p:ext uri="{BB962C8B-B14F-4D97-AF65-F5344CB8AC3E}">
        <p14:creationId xmlns:p14="http://schemas.microsoft.com/office/powerpoint/2010/main" val="3600986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625600" y="381005"/>
            <a:ext cx="8026400" cy="5851525"/>
          </a:xfrm>
        </p:spPr>
        <p:txBody>
          <a:bodyPr vert="eaVert" numCol="1"/>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Content Placeholder 18"/>
          <p:cNvSpPr>
            <a:spLocks noGrp="1"/>
          </p:cNvSpPr>
          <p:nvPr>
            <p:ph sz="quarter" idx="10" hasCustomPrompt="1"/>
          </p:nvPr>
        </p:nvSpPr>
        <p:spPr>
          <a:xfrm rot="5400000">
            <a:off x="8191500" y="2552700"/>
            <a:ext cx="5867400" cy="1524000"/>
          </a:xfrm>
        </p:spPr>
        <p:txBody>
          <a:bodyPr numCol="1" anchor="ctr" anchorCtr="0">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p:nvGrpSpPr>
        <p:grpSpPr>
          <a:xfrm rot="5400000">
            <a:off x="7538720" y="2560325"/>
            <a:ext cx="5181600" cy="6095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7" name="Picture 16" descr="Picture 7.png"/>
          <p:cNvPicPr>
            <a:picLocks noChangeAspect="1"/>
          </p:cNvPicPr>
          <p:nvPr/>
        </p:nvPicPr>
        <p:blipFill>
          <a:blip r:embed="rId2" cstate="print"/>
          <a:srcRect l="1923" b="5336"/>
          <a:stretch>
            <a:fillRect/>
          </a:stretch>
        </p:blipFill>
        <p:spPr>
          <a:xfrm rot="5400000">
            <a:off x="-646085" y="1015801"/>
            <a:ext cx="2193193" cy="923596"/>
          </a:xfrm>
          <a:prstGeom prst="rect">
            <a:avLst/>
          </a:prstGeom>
        </p:spPr>
      </p:pic>
      <p:sp>
        <p:nvSpPr>
          <p:cNvPr id="18" name="TextBox 17"/>
          <p:cNvSpPr txBox="1"/>
          <p:nvPr/>
        </p:nvSpPr>
        <p:spPr>
          <a:xfrm rot="5400000">
            <a:off x="-2748004" y="3826195"/>
            <a:ext cx="5867400" cy="196208"/>
          </a:xfrm>
          <a:prstGeom prst="rect">
            <a:avLst/>
          </a:prstGeom>
          <a:noFill/>
        </p:spPr>
        <p:txBody>
          <a:bodyPr wrap="square" numCol="1" rtlCol="0">
            <a:spAutoFit/>
          </a:bodyPr>
          <a:lstStyle/>
          <a:p>
            <a:pPr algn="r"/>
            <a:r>
              <a:rPr lang="en-US" sz="675" b="1" dirty="0">
                <a:solidFill>
                  <a:srgbClr val="101141"/>
                </a:solidFill>
                <a:latin typeface="Arial"/>
                <a:cs typeface="Arial"/>
              </a:rPr>
              <a:t>BITS </a:t>
            </a:r>
            <a:r>
              <a:rPr lang="en-US" sz="675" dirty="0">
                <a:solidFill>
                  <a:srgbClr val="101141"/>
                </a:solidFill>
                <a:latin typeface="Arial"/>
                <a:cs typeface="Arial"/>
              </a:rPr>
              <a:t>Pilani, Pilani Campus</a:t>
            </a:r>
          </a:p>
        </p:txBody>
      </p:sp>
    </p:spTree>
    <p:extLst>
      <p:ext uri="{BB962C8B-B14F-4D97-AF65-F5344CB8AC3E}">
        <p14:creationId xmlns:p14="http://schemas.microsoft.com/office/powerpoint/2010/main" val="12217870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GB" noProof="1"/>
              <a:t>Click to edit Master title style</a:t>
            </a:r>
            <a:endParaRPr lang="en-US" dirty="0"/>
          </a:p>
        </p:txBody>
      </p:sp>
      <p:sp>
        <p:nvSpPr>
          <p:cNvPr id="14" name="Rectangle 6"/>
          <p:cNvSpPr>
            <a:spLocks noGrp="1"/>
          </p:cNvSpPr>
          <p:nvPr>
            <p:ph idx="1"/>
          </p:nvPr>
        </p:nvSpPr>
        <p:spPr/>
        <p:txBody>
          <a:bodyPr/>
          <a:lstStyle/>
          <a:p>
            <a:pPr lvl="0"/>
            <a:r>
              <a:rPr lang="en-GB" noProof="1"/>
              <a:t>Click to edit Master text styles</a:t>
            </a:r>
          </a:p>
          <a:p>
            <a:pPr lvl="1"/>
            <a:r>
              <a:rPr lang="en-GB" noProof="1"/>
              <a:t>Second level</a:t>
            </a:r>
          </a:p>
          <a:p>
            <a:pPr lvl="2"/>
            <a:r>
              <a:rPr lang="en-GB" noProof="1"/>
              <a:t>Third level</a:t>
            </a:r>
          </a:p>
          <a:p>
            <a:pPr lvl="3"/>
            <a:r>
              <a:rPr lang="en-GB" noProof="1"/>
              <a:t>Fourth level</a:t>
            </a:r>
          </a:p>
          <a:p>
            <a:pPr lvl="4"/>
            <a:r>
              <a:rPr lang="en-GB" noProof="1"/>
              <a:t>Fifth level</a:t>
            </a:r>
            <a:endParaRPr lang="en-US" dirty="0"/>
          </a:p>
        </p:txBody>
      </p:sp>
      <p:sp>
        <p:nvSpPr>
          <p:cNvPr id="27" name="Rectangle 19"/>
          <p:cNvSpPr>
            <a:spLocks noGrp="1"/>
          </p:cNvSpPr>
          <p:nvPr>
            <p:ph type="ftr" sz="quarter" idx="11"/>
          </p:nvPr>
        </p:nvSpPr>
        <p:spPr/>
        <p:txBody>
          <a:bodyPr/>
          <a:lstStyle/>
          <a:p>
            <a:r>
              <a:rPr lang="en-US"/>
              <a:t>SEPARATION PROCESS-II</a:t>
            </a:r>
            <a:endParaRPr lang="en-IN" dirty="0"/>
          </a:p>
        </p:txBody>
      </p:sp>
      <p:sp>
        <p:nvSpPr>
          <p:cNvPr id="24" name="Rectangle 26"/>
          <p:cNvSpPr>
            <a:spLocks noGrp="1"/>
          </p:cNvSpPr>
          <p:nvPr>
            <p:ph type="sldNum" sz="quarter" idx="12"/>
          </p:nvPr>
        </p:nvSpPr>
        <p:spPr/>
        <p:txBody>
          <a:bodyPr/>
          <a:lstStyle/>
          <a:p>
            <a:fld id="{957D5EAD-A97B-4969-AF6A-47A86C2666CF}" type="slidenum">
              <a:rPr lang="en-IN" smtClean="0"/>
              <a:t>‹#›</a:t>
            </a:fld>
            <a:endParaRPr lang="en-IN" dirty="0"/>
          </a:p>
        </p:txBody>
      </p:sp>
    </p:spTree>
    <p:extLst>
      <p:ext uri="{BB962C8B-B14F-4D97-AF65-F5344CB8AC3E}">
        <p14:creationId xmlns:p14="http://schemas.microsoft.com/office/powerpoint/2010/main" val="6142361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63111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8839202" y="-1"/>
            <a:ext cx="2924257" cy="692697"/>
          </a:xfrm>
          <a:prstGeom prst="rect">
            <a:avLst/>
          </a:prstGeom>
        </p:spPr>
      </p:pic>
      <p:sp>
        <p:nvSpPr>
          <p:cNvPr id="3" name="Content Placeholder 2"/>
          <p:cNvSpPr>
            <a:spLocks noGrp="1"/>
          </p:cNvSpPr>
          <p:nvPr userDrawn="1">
            <p:ph sz="half" idx="1" hasCustomPrompt="1"/>
          </p:nvPr>
        </p:nvSpPr>
        <p:spPr>
          <a:xfrm>
            <a:off x="609600" y="1600203"/>
            <a:ext cx="5384800" cy="4525963"/>
          </a:xfrm>
        </p:spPr>
        <p:txBody>
          <a:bodyPr/>
          <a:lstStyle>
            <a:lvl1pPr marL="342891" marR="0" indent="-342891" algn="l" defTabSz="914377"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32" marR="0" indent="-285744" algn="l" defTabSz="914377"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6604000" y="1600203"/>
            <a:ext cx="5384800" cy="4525963"/>
          </a:xfrm>
        </p:spPr>
        <p:txBody>
          <a:bodyPr/>
          <a:lstStyle>
            <a:lvl1pPr marL="342891" marR="0" indent="-342891" algn="l" defTabSz="914377"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32" marR="0" indent="-285744" algn="l" defTabSz="914377"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1"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3"/>
            <a:ext cx="93472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9" name="Group 28"/>
          <p:cNvGrpSpPr/>
          <p:nvPr userDrawn="1"/>
        </p:nvGrpSpPr>
        <p:grpSpPr>
          <a:xfrm>
            <a:off x="2844800" y="6553203"/>
            <a:ext cx="93472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4" name="TextBox 33"/>
          <p:cNvSpPr txBox="1"/>
          <p:nvPr userDrawn="1"/>
        </p:nvSpPr>
        <p:spPr>
          <a:xfrm>
            <a:off x="4368800" y="6596391"/>
            <a:ext cx="7823200" cy="261610"/>
          </a:xfrm>
          <a:prstGeom prst="rect">
            <a:avLst/>
          </a:prstGeom>
          <a:noFill/>
        </p:spPr>
        <p:txBody>
          <a:bodyPr wrap="square" rtlCol="0">
            <a:spAutoFit/>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Tree>
    <p:extLst>
      <p:ext uri="{BB962C8B-B14F-4D97-AF65-F5344CB8AC3E}">
        <p14:creationId xmlns:p14="http://schemas.microsoft.com/office/powerpoint/2010/main" val="832384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560000" cy="864000"/>
          </a:xfrm>
          <a:prstGeom prst="rect">
            <a:avLst/>
          </a:prstGeom>
        </p:spPr>
        <p:txBody>
          <a:bodyPr vert="horz" lIns="91440" tIns="45720" rIns="91440" bIns="45720" numCol="1"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09600" y="1447801"/>
            <a:ext cx="10972800" cy="4525963"/>
          </a:xfrm>
          <a:prstGeom prst="rect">
            <a:avLst/>
          </a:prstGeom>
        </p:spPr>
        <p:txBody>
          <a:bodyPr vert="horz" lIns="91440" tIns="45720" rIns="91440" bIns="45720" numCol="1"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numCol="1" rtlCol="0" anchor="ctr"/>
          <a:lstStyle>
            <a:lvl1pPr algn="l">
              <a:defRPr sz="1400">
                <a:solidFill>
                  <a:schemeClr val="tx1">
                    <a:tint val="75000"/>
                  </a:schemeClr>
                </a:solidFill>
                <a:latin typeface="+mn-lt"/>
                <a:cs typeface="Arial" pitchFamily="34" charset="0"/>
              </a:defRPr>
            </a:lvl1pPr>
          </a:lstStyle>
          <a:p>
            <a:fld id="{B97712EE-CF11-4009-9732-7E99D73ECE79}" type="datetime1">
              <a:rPr lang="en-IN" smtClean="0"/>
              <a:t>17-09-2026</a:t>
            </a:fld>
            <a:endParaRPr lang="en-IN" dirty="0"/>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numCol="1" rtlCol="0" anchor="ctr"/>
          <a:lstStyle>
            <a:lvl1pPr algn="ctr">
              <a:defRPr sz="1400" b="1">
                <a:solidFill>
                  <a:srgbClr val="002060"/>
                </a:solidFill>
                <a:latin typeface="+mn-lt"/>
                <a:cs typeface="Arial" pitchFamily="34" charset="0"/>
              </a:defRPr>
            </a:lvl1pPr>
          </a:lstStyle>
          <a:p>
            <a:r>
              <a:rPr lang="en-US"/>
              <a:t>SEPARATION PROCESS-II</a:t>
            </a:r>
            <a:endParaRPr lang="en-IN" dirty="0"/>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numCol="1" rtlCol="0" anchor="ctr"/>
          <a:lstStyle>
            <a:lvl1pPr algn="r">
              <a:defRPr sz="1400">
                <a:solidFill>
                  <a:schemeClr val="tx1">
                    <a:tint val="75000"/>
                  </a:schemeClr>
                </a:solidFill>
                <a:latin typeface="+mn-lt"/>
                <a:cs typeface="Arial" pitchFamily="34" charset="0"/>
              </a:defRPr>
            </a:lvl1pPr>
          </a:lstStyle>
          <a:p>
            <a:fld id="{957D5EAD-A97B-4969-AF6A-47A86C2666CF}" type="slidenum">
              <a:rPr lang="en-IN" smtClean="0"/>
              <a:t>‹#›</a:t>
            </a:fld>
            <a:endParaRPr lang="en-IN" dirty="0"/>
          </a:p>
        </p:txBody>
      </p:sp>
    </p:spTree>
    <p:extLst>
      <p:ext uri="{BB962C8B-B14F-4D97-AF65-F5344CB8AC3E}">
        <p14:creationId xmlns:p14="http://schemas.microsoft.com/office/powerpoint/2010/main" val="60247658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Lst>
  <p:hf hdr="0"/>
  <p:txStyles>
    <p:titleStyle>
      <a:lvl1pPr algn="l" defTabSz="685783" rtl="0" eaLnBrk="1" latinLnBrk="0" hangingPunct="1">
        <a:spcBef>
          <a:spcPct val="0"/>
        </a:spcBef>
        <a:buNone/>
        <a:defRPr sz="3600" b="1" kern="1200" spc="-113">
          <a:solidFill>
            <a:srgbClr val="002060"/>
          </a:solidFill>
          <a:latin typeface="+mj-lt"/>
          <a:ea typeface="+mj-ea"/>
          <a:cs typeface="Arial" pitchFamily="34" charset="0"/>
        </a:defRPr>
      </a:lvl1pPr>
    </p:titleStyle>
    <p:bodyStyle>
      <a:lvl1pPr marL="257168" indent="-257168" algn="l" defTabSz="685783" rtl="0" eaLnBrk="1" latinLnBrk="0" hangingPunct="1">
        <a:spcBef>
          <a:spcPct val="20000"/>
        </a:spcBef>
        <a:buFont typeface="Arial" pitchFamily="34" charset="0"/>
        <a:buChar char="•"/>
        <a:defRPr sz="3200" kern="1200">
          <a:solidFill>
            <a:schemeClr val="tx1"/>
          </a:solidFill>
          <a:latin typeface="+mn-lt"/>
          <a:ea typeface="+mn-ea"/>
          <a:cs typeface="Arial" pitchFamily="34" charset="0"/>
        </a:defRPr>
      </a:lvl1pPr>
      <a:lvl2pPr marL="557199" indent="-214308" algn="l" defTabSz="685783" rtl="0" eaLnBrk="1" latinLnBrk="0" hangingPunct="1">
        <a:spcBef>
          <a:spcPct val="20000"/>
        </a:spcBef>
        <a:buFont typeface="Arial" pitchFamily="34" charset="0"/>
        <a:buChar char="–"/>
        <a:defRPr sz="2800" kern="1200">
          <a:solidFill>
            <a:schemeClr val="tx1"/>
          </a:solidFill>
          <a:latin typeface="+mn-lt"/>
          <a:ea typeface="+mn-ea"/>
          <a:cs typeface="Arial" pitchFamily="34" charset="0"/>
        </a:defRPr>
      </a:lvl2pPr>
      <a:lvl3pPr marL="857228" indent="-171446" algn="l" defTabSz="685783" rtl="0" eaLnBrk="1" latinLnBrk="0" hangingPunct="1">
        <a:spcBef>
          <a:spcPct val="20000"/>
        </a:spcBef>
        <a:buFont typeface="Arial" pitchFamily="34" charset="0"/>
        <a:buChar char="•"/>
        <a:defRPr sz="2400" kern="1200">
          <a:solidFill>
            <a:schemeClr val="tx1"/>
          </a:solidFill>
          <a:latin typeface="+mn-lt"/>
          <a:ea typeface="+mn-ea"/>
          <a:cs typeface="Arial" pitchFamily="34" charset="0"/>
        </a:defRPr>
      </a:lvl3pPr>
      <a:lvl4pPr marL="1200120" indent="-171446" algn="l" defTabSz="685783" rtl="0" eaLnBrk="1" latinLnBrk="0" hangingPunct="1">
        <a:spcBef>
          <a:spcPct val="20000"/>
        </a:spcBef>
        <a:buFont typeface="Arial" pitchFamily="34" charset="0"/>
        <a:buChar char="–"/>
        <a:defRPr sz="1800" kern="1200">
          <a:solidFill>
            <a:schemeClr val="tx1"/>
          </a:solidFill>
          <a:latin typeface="+mn-lt"/>
          <a:ea typeface="+mn-ea"/>
          <a:cs typeface="Arial" pitchFamily="34" charset="0"/>
        </a:defRPr>
      </a:lvl4pPr>
      <a:lvl5pPr marL="1543012" indent="-171446" algn="l" defTabSz="685783" rtl="0" eaLnBrk="1" latinLnBrk="0" hangingPunct="1">
        <a:spcBef>
          <a:spcPct val="20000"/>
        </a:spcBef>
        <a:buFont typeface="Arial" pitchFamily="34" charset="0"/>
        <a:buChar char="»"/>
        <a:defRPr sz="1800" kern="1200">
          <a:solidFill>
            <a:schemeClr val="tx1"/>
          </a:solidFill>
          <a:latin typeface="+mn-lt"/>
          <a:ea typeface="+mn-ea"/>
          <a:cs typeface="Arial" pitchFamily="34" charset="0"/>
        </a:defRPr>
      </a:lvl5pPr>
      <a:lvl6pPr marL="1885903"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95"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686"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577"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15.png"/><Relationship Id="rId7" Type="http://schemas.openxmlformats.org/officeDocument/2006/relationships/image" Target="../media/image17.emf"/><Relationship Id="rId2" Type="http://schemas.openxmlformats.org/officeDocument/2006/relationships/image" Target="../media/image9.png"/><Relationship Id="rId1" Type="http://schemas.openxmlformats.org/officeDocument/2006/relationships/slideLayout" Target="../slideLayouts/slideLayout17.xml"/><Relationship Id="rId6" Type="http://schemas.openxmlformats.org/officeDocument/2006/relationships/customXml" Target="../ink/ink2.xml"/><Relationship Id="rId5" Type="http://schemas.openxmlformats.org/officeDocument/2006/relationships/image" Target="../media/image16.emf"/><Relationship Id="rId4" Type="http://schemas.openxmlformats.org/officeDocument/2006/relationships/customXml" Target="../ink/ink1.xml"/><Relationship Id="rId9" Type="http://schemas.openxmlformats.org/officeDocument/2006/relationships/image" Target="../media/image18.emf"/></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7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20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5.png"/><Relationship Id="rId1" Type="http://schemas.openxmlformats.org/officeDocument/2006/relationships/slideLayout" Target="../slideLayouts/slideLayout4.xml"/><Relationship Id="rId5" Type="http://schemas.openxmlformats.org/officeDocument/2006/relationships/image" Target="../media/image230.png"/><Relationship Id="rId4" Type="http://schemas.openxmlformats.org/officeDocument/2006/relationships/customXml" Target="../ink/ink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slideLayout" Target="../slideLayouts/slideLayout4.xml"/><Relationship Id="rId1" Type="http://schemas.openxmlformats.org/officeDocument/2006/relationships/video" Target="https://www.youtube.com/embed/E9rHSLUr3PU?feature=oembed" TargetMode="Externa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8432800" y="5271633"/>
            <a:ext cx="3077654" cy="700756"/>
          </a:xfrm>
        </p:spPr>
        <p:txBody>
          <a:bodyPr>
            <a:normAutofit/>
          </a:bodyPr>
          <a:lstStyle/>
          <a:p>
            <a:pPr marL="0" indent="0">
              <a:buNone/>
            </a:pPr>
            <a:r>
              <a:rPr lang="en-IN" sz="2800" b="1" dirty="0">
                <a:latin typeface="Times New Roman" panose="02020603050405020304" pitchFamily="18" charset="0"/>
                <a:cs typeface="Times New Roman" panose="02020603050405020304" pitchFamily="18" charset="0"/>
              </a:rPr>
              <a:t>Somak Chatterjee</a:t>
            </a:r>
          </a:p>
        </p:txBody>
      </p:sp>
      <p:sp>
        <p:nvSpPr>
          <p:cNvPr id="7" name="Title 6"/>
          <p:cNvSpPr>
            <a:spLocks noGrp="1"/>
          </p:cNvSpPr>
          <p:nvPr>
            <p:ph type="title"/>
          </p:nvPr>
        </p:nvSpPr>
        <p:spPr>
          <a:xfrm>
            <a:off x="2142837" y="3509818"/>
            <a:ext cx="9301018" cy="1946974"/>
          </a:xfrm>
        </p:spPr>
        <p:txBody>
          <a:bodyPr anchor="t">
            <a:normAutofit fontScale="90000"/>
          </a:bodyPr>
          <a:lstStyle/>
          <a:p>
            <a:pPr algn="ctr">
              <a:lnSpc>
                <a:spcPct val="100000"/>
              </a:lnSpc>
            </a:pPr>
            <a:r>
              <a:rPr lang="en-US" sz="4000" dirty="0">
                <a:latin typeface="Times New Roman" panose="02020603050405020304" pitchFamily="18" charset="0"/>
                <a:cs typeface="Times New Roman" panose="02020603050405020304" pitchFamily="18" charset="0"/>
              </a:rPr>
              <a:t>Module 2:  Mechanical Separations (Chapter 29)</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Lecture 7</a:t>
            </a:r>
            <a:r>
              <a:rPr lang="en-US" sz="4000" dirty="0"/>
              <a:t/>
            </a:r>
            <a:br>
              <a:rPr lang="en-US" sz="4000" dirty="0"/>
            </a:br>
            <a:endParaRPr lang="en-IN" sz="4000" dirty="0"/>
          </a:p>
        </p:txBody>
      </p:sp>
      <p:sp>
        <p:nvSpPr>
          <p:cNvPr id="4" name="Slide Number Placeholder 3"/>
          <p:cNvSpPr>
            <a:spLocks noGrp="1"/>
          </p:cNvSpPr>
          <p:nvPr>
            <p:ph type="sldNum" sz="quarter" idx="4294967295"/>
          </p:nvPr>
        </p:nvSpPr>
        <p:spPr>
          <a:xfrm>
            <a:off x="9347200" y="6356350"/>
            <a:ext cx="2844800" cy="365125"/>
          </a:xfrm>
        </p:spPr>
        <p:txBody>
          <a:bodyPr/>
          <a:lstStyle/>
          <a:p>
            <a:fld id="{957D5EAD-A97B-4969-AF6A-47A86C2666CF}" type="slidenum">
              <a:rPr lang="en-IN" smtClean="0"/>
              <a:t>1</a:t>
            </a:fld>
            <a:endParaRPr lang="en-IN"/>
          </a:p>
        </p:txBody>
      </p:sp>
    </p:spTree>
    <p:extLst>
      <p:ext uri="{BB962C8B-B14F-4D97-AF65-F5344CB8AC3E}">
        <p14:creationId xmlns:p14="http://schemas.microsoft.com/office/powerpoint/2010/main" val="1186835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5601F9-E9D0-44BE-928C-AB37DDC3DCE6}"/>
              </a:ext>
            </a:extLst>
          </p:cNvPr>
          <p:cNvSpPr>
            <a:spLocks noGrp="1"/>
          </p:cNvSpPr>
          <p:nvPr>
            <p:ph type="title"/>
          </p:nvPr>
        </p:nvSpPr>
        <p:spPr>
          <a:xfrm>
            <a:off x="214010" y="4586983"/>
            <a:ext cx="11731556" cy="1677629"/>
          </a:xfrm>
        </p:spPr>
        <p:txBody>
          <a:bodyPr>
            <a:normAutofit/>
          </a:bodyPr>
          <a:lstStyle/>
          <a:p>
            <a:pPr algn="just"/>
            <a:r>
              <a:rPr lang="en-US" dirty="0"/>
              <a:t>Principles of Clarifying Filters, Crossflow Filters and Membrane Filters. Concentration polarization, Sedimentation Process</a:t>
            </a:r>
            <a:endParaRPr lang="en-IN" dirty="0"/>
          </a:p>
        </p:txBody>
      </p:sp>
    </p:spTree>
    <p:extLst>
      <p:ext uri="{BB962C8B-B14F-4D97-AF65-F5344CB8AC3E}">
        <p14:creationId xmlns:p14="http://schemas.microsoft.com/office/powerpoint/2010/main" val="567067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5601F9-E9D0-44BE-928C-AB37DDC3DCE6}"/>
              </a:ext>
            </a:extLst>
          </p:cNvPr>
          <p:cNvSpPr>
            <a:spLocks noGrp="1"/>
          </p:cNvSpPr>
          <p:nvPr>
            <p:ph type="title"/>
          </p:nvPr>
        </p:nvSpPr>
        <p:spPr>
          <a:xfrm>
            <a:off x="214010" y="4586983"/>
            <a:ext cx="11731556" cy="1677629"/>
          </a:xfrm>
        </p:spPr>
        <p:txBody>
          <a:bodyPr>
            <a:normAutofit/>
          </a:bodyPr>
          <a:lstStyle/>
          <a:p>
            <a:pPr algn="just"/>
            <a:r>
              <a:rPr lang="en-US" dirty="0"/>
              <a:t>Principles of Clarifying Filters, Crossflow Filters and Membrane Filters. Concentration polarization</a:t>
            </a:r>
            <a:endParaRPr lang="en-IN" dirty="0"/>
          </a:p>
        </p:txBody>
      </p:sp>
    </p:spTree>
    <p:extLst>
      <p:ext uri="{BB962C8B-B14F-4D97-AF65-F5344CB8AC3E}">
        <p14:creationId xmlns:p14="http://schemas.microsoft.com/office/powerpoint/2010/main" val="1297612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CA00-69D0-4CF9-9A2C-BF1A325A8A80}"/>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46867D4A-588E-494B-96A2-A626876F8000}"/>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729C104D-143D-42B3-ACAB-36846DE650F4}"/>
              </a:ext>
            </a:extLst>
          </p:cNvPr>
          <p:cNvSpPr>
            <a:spLocks noGrp="1"/>
          </p:cNvSpPr>
          <p:nvPr>
            <p:ph type="sldNum" sz="quarter" idx="13"/>
          </p:nvPr>
        </p:nvSpPr>
        <p:spPr/>
        <p:txBody>
          <a:bodyPr/>
          <a:lstStyle/>
          <a:p>
            <a:fld id="{957D5EAD-A97B-4969-AF6A-47A86C2666CF}" type="slidenum">
              <a:rPr lang="en-IN" smtClean="0"/>
              <a:t>4</a:t>
            </a:fld>
            <a:endParaRPr lang="en-IN" dirty="0"/>
          </a:p>
        </p:txBody>
      </p:sp>
      <p:sp>
        <p:nvSpPr>
          <p:cNvPr id="5" name="Content Placeholder 4">
            <a:extLst>
              <a:ext uri="{FF2B5EF4-FFF2-40B4-BE49-F238E27FC236}">
                <a16:creationId xmlns:a16="http://schemas.microsoft.com/office/drawing/2014/main" id="{8AF0C6CE-51FD-4899-B22A-CB4D330EEDB6}"/>
              </a:ext>
            </a:extLst>
          </p:cNvPr>
          <p:cNvSpPr>
            <a:spLocks noGrp="1"/>
          </p:cNvSpPr>
          <p:nvPr>
            <p:ph sz="quarter" idx="14"/>
          </p:nvPr>
        </p:nvSpPr>
        <p:spPr/>
        <p:txBody>
          <a:bodyPr>
            <a:normAutofit/>
          </a:bodyPr>
          <a:lstStyle/>
          <a:p>
            <a:r>
              <a:rPr lang="en-US" sz="2400" dirty="0"/>
              <a:t>Clarifying filters remove small amounts of solids or liquid droplets from either liquids or gases. </a:t>
            </a:r>
          </a:p>
          <a:p>
            <a:endParaRPr lang="en-US" sz="2400" dirty="0"/>
          </a:p>
          <a:p>
            <a:endParaRPr lang="en-US" sz="2400" dirty="0"/>
          </a:p>
          <a:p>
            <a:r>
              <a:rPr lang="en-US" sz="2400" dirty="0"/>
              <a:t>The particles are caught by surface forces and immobilized on the surfaces or within the flow channels. They reduce the effective diameter of the channels but usually do not block them completely.</a:t>
            </a:r>
            <a:endParaRPr lang="en-IN" sz="2400" dirty="0"/>
          </a:p>
          <a:p>
            <a:pPr marL="0" indent="0">
              <a:buNone/>
            </a:pPr>
            <a:endParaRPr lang="en-US" sz="2400" dirty="0"/>
          </a:p>
          <a:p>
            <a:endParaRPr lang="en-US" sz="2400" dirty="0"/>
          </a:p>
          <a:p>
            <a:r>
              <a:rPr lang="en-US" sz="2400" dirty="0"/>
              <a:t>Clarification differs from screening in that pores in the filter medium are larger-sometimes much larger-than the particles to be removed. </a:t>
            </a:r>
          </a:p>
          <a:p>
            <a:endParaRPr lang="en-US" sz="2400" dirty="0"/>
          </a:p>
        </p:txBody>
      </p:sp>
      <p:sp>
        <p:nvSpPr>
          <p:cNvPr id="6" name="Title 5">
            <a:extLst>
              <a:ext uri="{FF2B5EF4-FFF2-40B4-BE49-F238E27FC236}">
                <a16:creationId xmlns:a16="http://schemas.microsoft.com/office/drawing/2014/main" id="{DDD6F9A0-261C-4782-B9DD-F9829BCC23EE}"/>
              </a:ext>
            </a:extLst>
          </p:cNvPr>
          <p:cNvSpPr>
            <a:spLocks noGrp="1"/>
          </p:cNvSpPr>
          <p:nvPr>
            <p:ph type="title"/>
          </p:nvPr>
        </p:nvSpPr>
        <p:spPr/>
        <p:txBody>
          <a:bodyPr/>
          <a:lstStyle/>
          <a:p>
            <a:r>
              <a:rPr lang="en-US" dirty="0"/>
              <a:t>Clarifying Filters</a:t>
            </a:r>
            <a:endParaRPr lang="en-IN" dirty="0"/>
          </a:p>
        </p:txBody>
      </p:sp>
    </p:spTree>
    <p:extLst>
      <p:ext uri="{BB962C8B-B14F-4D97-AF65-F5344CB8AC3E}">
        <p14:creationId xmlns:p14="http://schemas.microsoft.com/office/powerpoint/2010/main" val="1519031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1A8E71-9E5C-415F-91AA-1A43084A1B9D}"/>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A358E021-5EB7-41DB-8C47-7BCEC08A3437}"/>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B02C45EC-AD7F-4285-92EA-D5AA75941A0E}"/>
              </a:ext>
            </a:extLst>
          </p:cNvPr>
          <p:cNvSpPr>
            <a:spLocks noGrp="1"/>
          </p:cNvSpPr>
          <p:nvPr>
            <p:ph type="sldNum" sz="quarter" idx="13"/>
          </p:nvPr>
        </p:nvSpPr>
        <p:spPr/>
        <p:txBody>
          <a:bodyPr/>
          <a:lstStyle/>
          <a:p>
            <a:fld id="{957D5EAD-A97B-4969-AF6A-47A86C2666CF}" type="slidenum">
              <a:rPr lang="en-IN" smtClean="0"/>
              <a:t>5</a:t>
            </a:fld>
            <a:endParaRPr lang="en-IN" dirty="0"/>
          </a:p>
        </p:txBody>
      </p:sp>
      <p:sp>
        <p:nvSpPr>
          <p:cNvPr id="5" name="Content Placeholder 4">
            <a:extLst>
              <a:ext uri="{FF2B5EF4-FFF2-40B4-BE49-F238E27FC236}">
                <a16:creationId xmlns:a16="http://schemas.microsoft.com/office/drawing/2014/main" id="{BF6F32FA-B4F7-4479-82DC-50800E518035}"/>
              </a:ext>
            </a:extLst>
          </p:cNvPr>
          <p:cNvSpPr>
            <a:spLocks noGrp="1"/>
          </p:cNvSpPr>
          <p:nvPr>
            <p:ph sz="quarter" idx="14"/>
          </p:nvPr>
        </p:nvSpPr>
        <p:spPr/>
        <p:txBody>
          <a:bodyPr>
            <a:normAutofit lnSpcReduction="10000"/>
          </a:bodyPr>
          <a:lstStyle/>
          <a:p>
            <a:pPr marL="0" indent="0">
              <a:buNone/>
            </a:pPr>
            <a:r>
              <a:rPr lang="en-US" sz="2400" dirty="0">
                <a:solidFill>
                  <a:srgbClr val="C00000"/>
                </a:solidFill>
              </a:rPr>
              <a:t>Liquid Clarification </a:t>
            </a:r>
          </a:p>
          <a:p>
            <a:r>
              <a:rPr lang="en-US" sz="2400" dirty="0"/>
              <a:t>Clarifying filters for liquids include the gravity-bed filters for water treatment</a:t>
            </a:r>
          </a:p>
          <a:p>
            <a:r>
              <a:rPr lang="en-US" sz="2400" dirty="0"/>
              <a:t>Cake filters are used extensively for clarification.</a:t>
            </a:r>
          </a:p>
          <a:p>
            <a:r>
              <a:rPr lang="en-US" sz="2400" dirty="0"/>
              <a:t>In Batch units, filtration rate and filtration efficiency are constant for a long period. </a:t>
            </a:r>
          </a:p>
          <a:p>
            <a:r>
              <a:rPr lang="en-US" sz="2400" dirty="0"/>
              <a:t>Eventually reaches “Breakthrough” value and backwashing or replacement is necessary. </a:t>
            </a:r>
          </a:p>
          <a:p>
            <a:pPr marL="0" indent="0">
              <a:buNone/>
            </a:pPr>
            <a:r>
              <a:rPr lang="en-US" sz="2400" dirty="0">
                <a:solidFill>
                  <a:srgbClr val="C00000"/>
                </a:solidFill>
              </a:rPr>
              <a:t>Gas Cleaning</a:t>
            </a:r>
          </a:p>
          <a:p>
            <a:r>
              <a:rPr lang="en-US" sz="2400" dirty="0"/>
              <a:t>Filters for gas cleaning include pad filters for atmospheric dust and granular beds and bag filters for process dusts. </a:t>
            </a:r>
          </a:p>
          <a:p>
            <a:r>
              <a:rPr lang="en-US" sz="2400" dirty="0"/>
              <a:t>Air is cleaned by passing it through pads of cellulose pulp, cotton, felt, glass fiber, or metal screening. </a:t>
            </a:r>
          </a:p>
          <a:p>
            <a:r>
              <a:rPr lang="en-US" sz="2400" dirty="0"/>
              <a:t>The pad material may be dry or coated with a viscous oil to act as a dust holder. </a:t>
            </a:r>
          </a:p>
        </p:txBody>
      </p:sp>
      <p:sp>
        <p:nvSpPr>
          <p:cNvPr id="6" name="Title 5">
            <a:extLst>
              <a:ext uri="{FF2B5EF4-FFF2-40B4-BE49-F238E27FC236}">
                <a16:creationId xmlns:a16="http://schemas.microsoft.com/office/drawing/2014/main" id="{9896D21E-BA89-440D-B6D1-9331DA1C749A}"/>
              </a:ext>
            </a:extLst>
          </p:cNvPr>
          <p:cNvSpPr>
            <a:spLocks noGrp="1"/>
          </p:cNvSpPr>
          <p:nvPr>
            <p:ph type="title"/>
          </p:nvPr>
        </p:nvSpPr>
        <p:spPr/>
        <p:txBody>
          <a:bodyPr/>
          <a:lstStyle/>
          <a:p>
            <a:r>
              <a:rPr lang="en-US" dirty="0"/>
              <a:t>Clarifying Filters</a:t>
            </a:r>
            <a:endParaRPr lang="en-IN" dirty="0"/>
          </a:p>
        </p:txBody>
      </p:sp>
    </p:spTree>
    <p:extLst>
      <p:ext uri="{BB962C8B-B14F-4D97-AF65-F5344CB8AC3E}">
        <p14:creationId xmlns:p14="http://schemas.microsoft.com/office/powerpoint/2010/main" val="147545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4ED3DD-6518-45B2-B8C9-91A807969CB7}"/>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534F4BD0-B28E-4748-B1DD-6CD05FB94C7F}"/>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AAD76EA4-ABAD-42CB-9ED3-D657E6459621}"/>
              </a:ext>
            </a:extLst>
          </p:cNvPr>
          <p:cNvSpPr>
            <a:spLocks noGrp="1"/>
          </p:cNvSpPr>
          <p:nvPr>
            <p:ph type="sldNum" sz="quarter" idx="13"/>
          </p:nvPr>
        </p:nvSpPr>
        <p:spPr/>
        <p:txBody>
          <a:bodyPr/>
          <a:lstStyle/>
          <a:p>
            <a:fld id="{957D5EAD-A97B-4969-AF6A-47A86C2666CF}" type="slidenum">
              <a:rPr lang="en-IN" smtClean="0"/>
              <a:t>6</a:t>
            </a:fld>
            <a:endParaRPr lang="en-IN" dirty="0"/>
          </a:p>
        </p:txBody>
      </p:sp>
      <p:sp>
        <p:nvSpPr>
          <p:cNvPr id="5" name="Content Placeholder 4">
            <a:extLst>
              <a:ext uri="{FF2B5EF4-FFF2-40B4-BE49-F238E27FC236}">
                <a16:creationId xmlns:a16="http://schemas.microsoft.com/office/drawing/2014/main" id="{8F880A17-048A-475C-85B6-9D445EB8C66E}"/>
              </a:ext>
            </a:extLst>
          </p:cNvPr>
          <p:cNvSpPr>
            <a:spLocks noGrp="1"/>
          </p:cNvSpPr>
          <p:nvPr>
            <p:ph sz="quarter" idx="14"/>
          </p:nvPr>
        </p:nvSpPr>
        <p:spPr>
          <a:xfrm>
            <a:off x="562683" y="1147673"/>
            <a:ext cx="7563399" cy="4876800"/>
          </a:xfrm>
        </p:spPr>
        <p:txBody>
          <a:bodyPr>
            <a:normAutofit fontScale="92500"/>
          </a:bodyPr>
          <a:lstStyle/>
          <a:p>
            <a:pPr marL="0" indent="0">
              <a:buNone/>
            </a:pPr>
            <a:r>
              <a:rPr lang="en-US" sz="2400" dirty="0">
                <a:solidFill>
                  <a:srgbClr val="C00000"/>
                </a:solidFill>
              </a:rPr>
              <a:t>Direct Sieving</a:t>
            </a:r>
          </a:p>
          <a:p>
            <a:r>
              <a:rPr lang="en-US" sz="2400" dirty="0"/>
              <a:t>The solid particles being removed completely plug the pores of the filter medium and the rate of plugging is constant with time</a:t>
            </a:r>
          </a:p>
          <a:p>
            <a:pPr marL="0" indent="0">
              <a:buNone/>
            </a:pPr>
            <a:r>
              <a:rPr lang="en-US" sz="2400" dirty="0">
                <a:solidFill>
                  <a:srgbClr val="C00000"/>
                </a:solidFill>
              </a:rPr>
              <a:t>Standard Blocking</a:t>
            </a:r>
          </a:p>
          <a:p>
            <a:r>
              <a:rPr lang="en-US" sz="2400" dirty="0"/>
              <a:t>The particles partially block the pores, giving a gradual reduction in pore size</a:t>
            </a:r>
          </a:p>
          <a:p>
            <a:pPr marL="0" indent="0">
              <a:buNone/>
            </a:pPr>
            <a:r>
              <a:rPr lang="en-US" sz="2400" dirty="0">
                <a:solidFill>
                  <a:srgbClr val="C00000"/>
                </a:solidFill>
              </a:rPr>
              <a:t>Impingement</a:t>
            </a:r>
          </a:p>
          <a:p>
            <a:r>
              <a:rPr lang="en-US" sz="2400" dirty="0"/>
              <a:t>In cleaning gases, the separation is by impingement of the particles against a solid surface placed in the flowing stream. </a:t>
            </a:r>
          </a:p>
          <a:p>
            <a:r>
              <a:rPr lang="en-US" sz="2400" dirty="0"/>
              <a:t>The particles, because of their inertia, are expected to cross the streamlines of the fluid and strike and adhere to the solid, from which they can subsequently be removed.</a:t>
            </a:r>
            <a:endParaRPr lang="en-IN" sz="2400" dirty="0"/>
          </a:p>
        </p:txBody>
      </p:sp>
      <p:sp>
        <p:nvSpPr>
          <p:cNvPr id="6" name="Title 5">
            <a:extLst>
              <a:ext uri="{FF2B5EF4-FFF2-40B4-BE49-F238E27FC236}">
                <a16:creationId xmlns:a16="http://schemas.microsoft.com/office/drawing/2014/main" id="{F00E6791-85EF-45DB-BB80-924B31A09CAC}"/>
              </a:ext>
            </a:extLst>
          </p:cNvPr>
          <p:cNvSpPr>
            <a:spLocks noGrp="1"/>
          </p:cNvSpPr>
          <p:nvPr>
            <p:ph type="title"/>
          </p:nvPr>
        </p:nvSpPr>
        <p:spPr/>
        <p:txBody>
          <a:bodyPr/>
          <a:lstStyle/>
          <a:p>
            <a:r>
              <a:rPr lang="en-IN" dirty="0"/>
              <a:t>Principles of Clarification </a:t>
            </a:r>
          </a:p>
        </p:txBody>
      </p:sp>
      <p:pic>
        <p:nvPicPr>
          <p:cNvPr id="7" name="Picture 6">
            <a:extLst>
              <a:ext uri="{FF2B5EF4-FFF2-40B4-BE49-F238E27FC236}">
                <a16:creationId xmlns:a16="http://schemas.microsoft.com/office/drawing/2014/main" id="{51ED0394-E356-CC49-9DA6-0F808E7E9606}"/>
              </a:ext>
            </a:extLst>
          </p:cNvPr>
          <p:cNvPicPr>
            <a:picLocks noChangeAspect="1"/>
          </p:cNvPicPr>
          <p:nvPr/>
        </p:nvPicPr>
        <p:blipFill>
          <a:blip r:embed="rId2"/>
          <a:stretch>
            <a:fillRect/>
          </a:stretch>
        </p:blipFill>
        <p:spPr>
          <a:xfrm>
            <a:off x="7942892" y="4207378"/>
            <a:ext cx="4249108" cy="191813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63821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4ED3DD-6518-45B2-B8C9-91A807969CB7}"/>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534F4BD0-B28E-4748-B1DD-6CD05FB94C7F}"/>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AAD76EA4-ABAD-42CB-9ED3-D657E6459621}"/>
              </a:ext>
            </a:extLst>
          </p:cNvPr>
          <p:cNvSpPr>
            <a:spLocks noGrp="1"/>
          </p:cNvSpPr>
          <p:nvPr>
            <p:ph type="sldNum" sz="quarter" idx="13"/>
          </p:nvPr>
        </p:nvSpPr>
        <p:spPr/>
        <p:txBody>
          <a:bodyPr/>
          <a:lstStyle/>
          <a:p>
            <a:fld id="{957D5EAD-A97B-4969-AF6A-47A86C2666CF}" type="slidenum">
              <a:rPr lang="en-IN" smtClean="0"/>
              <a:t>7</a:t>
            </a:fld>
            <a:endParaRPr lang="en-IN" dirty="0"/>
          </a:p>
        </p:txBody>
      </p:sp>
      <p:sp>
        <p:nvSpPr>
          <p:cNvPr id="6" name="Title 5">
            <a:extLst>
              <a:ext uri="{FF2B5EF4-FFF2-40B4-BE49-F238E27FC236}">
                <a16:creationId xmlns:a16="http://schemas.microsoft.com/office/drawing/2014/main" id="{F00E6791-85EF-45DB-BB80-924B31A09CAC}"/>
              </a:ext>
            </a:extLst>
          </p:cNvPr>
          <p:cNvSpPr>
            <a:spLocks noGrp="1"/>
          </p:cNvSpPr>
          <p:nvPr>
            <p:ph type="title"/>
          </p:nvPr>
        </p:nvSpPr>
        <p:spPr/>
        <p:txBody>
          <a:bodyPr/>
          <a:lstStyle/>
          <a:p>
            <a:r>
              <a:rPr lang="en-IN" dirty="0"/>
              <a:t>Cross Flow Filtration</a:t>
            </a:r>
          </a:p>
        </p:txBody>
      </p:sp>
      <p:sp>
        <p:nvSpPr>
          <p:cNvPr id="10" name="AutoShape 2" descr="Schematic diagram of (a) tangential (cross) flow filtration and (b) dead–end filtration ">
            <a:extLst>
              <a:ext uri="{FF2B5EF4-FFF2-40B4-BE49-F238E27FC236}">
                <a16:creationId xmlns:a16="http://schemas.microsoft.com/office/drawing/2014/main" id="{14723F8E-C1DA-FCF0-B0B2-D102FE6A507B}"/>
              </a:ext>
            </a:extLst>
          </p:cNvPr>
          <p:cNvSpPr>
            <a:spLocks noGrp="1" noChangeAspect="1" noChangeArrowheads="1"/>
          </p:cNvSpPr>
          <p:nvPr>
            <p:ph sz="quarter" idx="14"/>
          </p:nvPr>
        </p:nvSpPr>
        <p:spPr bwMode="auto">
          <a:xfrm>
            <a:off x="165370" y="1040859"/>
            <a:ext cx="7208196" cy="47276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p>
            <a:pPr algn="just"/>
            <a:r>
              <a:rPr lang="en-US" sz="2400" b="0" i="0" dirty="0">
                <a:effectLst/>
                <a:latin typeface="Arial" panose="020B0604020202020204" pitchFamily="34" charset="0"/>
              </a:rPr>
              <a:t>Feed is passed through a </a:t>
            </a:r>
            <a:r>
              <a:rPr lang="en-US" sz="2400" b="0" i="0" strike="noStrike" dirty="0">
                <a:effectLst/>
                <a:latin typeface="Arial" panose="020B0604020202020204" pitchFamily="34" charset="0"/>
              </a:rPr>
              <a:t>membrane</a:t>
            </a:r>
            <a:r>
              <a:rPr lang="en-US" sz="2400" strike="noStrike" dirty="0">
                <a:latin typeface="Arial" panose="020B0604020202020204" pitchFamily="34" charset="0"/>
              </a:rPr>
              <a:t>/</a:t>
            </a:r>
            <a:r>
              <a:rPr lang="en-US" sz="2400" b="0" i="0" dirty="0">
                <a:effectLst/>
                <a:latin typeface="Arial" panose="020B0604020202020204" pitchFamily="34" charset="0"/>
              </a:rPr>
              <a:t>bed, the solids being trapped in the </a:t>
            </a:r>
            <a:r>
              <a:rPr lang="en-US" sz="2400" b="0" i="0" strike="noStrike" dirty="0">
                <a:effectLst/>
                <a:latin typeface="Arial" panose="020B0604020202020204" pitchFamily="34" charset="0"/>
              </a:rPr>
              <a:t>filter</a:t>
            </a:r>
            <a:r>
              <a:rPr lang="en-US" sz="2400" b="0" i="0" dirty="0">
                <a:effectLst/>
                <a:latin typeface="Arial" panose="020B0604020202020204" pitchFamily="34" charset="0"/>
              </a:rPr>
              <a:t> and the </a:t>
            </a:r>
            <a:r>
              <a:rPr lang="en-US" sz="2400" b="0" i="0" strike="noStrike" dirty="0">
                <a:effectLst/>
                <a:latin typeface="Arial" panose="020B0604020202020204" pitchFamily="34" charset="0"/>
              </a:rPr>
              <a:t>filtrate</a:t>
            </a:r>
            <a:r>
              <a:rPr lang="en-US" sz="2400" b="0" i="0" dirty="0">
                <a:effectLst/>
                <a:latin typeface="Arial" panose="020B0604020202020204" pitchFamily="34" charset="0"/>
              </a:rPr>
              <a:t> being released at the other end</a:t>
            </a:r>
          </a:p>
          <a:p>
            <a:pPr algn="just"/>
            <a:r>
              <a:rPr lang="en-US" sz="2400" b="0" i="0" dirty="0">
                <a:effectLst/>
                <a:latin typeface="Arial" panose="020B0604020202020204" pitchFamily="34" charset="0"/>
              </a:rPr>
              <a:t>Majority of the feed flow travels tangentially </a:t>
            </a:r>
            <a:r>
              <a:rPr lang="en-US" sz="2400" b="0" i="1" dirty="0">
                <a:effectLst/>
                <a:latin typeface="Arial" panose="020B0604020202020204" pitchFamily="34" charset="0"/>
              </a:rPr>
              <a:t>across</a:t>
            </a:r>
            <a:r>
              <a:rPr lang="en-US" sz="2400" b="0" i="0" dirty="0">
                <a:effectLst/>
                <a:latin typeface="Arial" panose="020B0604020202020204" pitchFamily="34" charset="0"/>
              </a:rPr>
              <a:t> the surface of the filter, rather than into the filter</a:t>
            </a:r>
            <a:endParaRPr lang="en-US" sz="2400" dirty="0">
              <a:latin typeface="Arial" panose="020B0604020202020204" pitchFamily="34" charset="0"/>
            </a:endParaRPr>
          </a:p>
          <a:p>
            <a:pPr algn="just"/>
            <a:r>
              <a:rPr lang="en-US" sz="2400" b="0" i="0" dirty="0">
                <a:effectLst/>
                <a:latin typeface="Arial" panose="020B0604020202020204" pitchFamily="34" charset="0"/>
              </a:rPr>
              <a:t>Principal advantage is that the </a:t>
            </a:r>
            <a:r>
              <a:rPr lang="en-US" sz="2400" dirty="0">
                <a:latin typeface="Arial" panose="020B0604020202020204" pitchFamily="34" charset="0"/>
              </a:rPr>
              <a:t>filter cake </a:t>
            </a:r>
            <a:r>
              <a:rPr lang="en-US" sz="2400" b="0" i="0" dirty="0">
                <a:effectLst/>
                <a:latin typeface="Arial" panose="020B0604020202020204" pitchFamily="34" charset="0"/>
              </a:rPr>
              <a:t>is substantially washed away during the filtration process, increasing the length of time that a filter unit can be operational</a:t>
            </a:r>
          </a:p>
          <a:p>
            <a:pPr algn="just"/>
            <a:r>
              <a:rPr lang="en-US" sz="2400" dirty="0">
                <a:latin typeface="Arial" panose="020B0604020202020204" pitchFamily="34" charset="0"/>
              </a:rPr>
              <a:t>Applied to concentrate suspension of fine particles or colloidal particles</a:t>
            </a:r>
            <a:endParaRPr lang="en-US" sz="2400" dirty="0"/>
          </a:p>
        </p:txBody>
      </p:sp>
      <p:pic>
        <p:nvPicPr>
          <p:cNvPr id="11" name="Picture 10">
            <a:extLst>
              <a:ext uri="{FF2B5EF4-FFF2-40B4-BE49-F238E27FC236}">
                <a16:creationId xmlns:a16="http://schemas.microsoft.com/office/drawing/2014/main" id="{1841A063-9F54-A882-B335-A7AF98BF9D66}"/>
              </a:ext>
            </a:extLst>
          </p:cNvPr>
          <p:cNvPicPr>
            <a:picLocks noChangeAspect="1"/>
          </p:cNvPicPr>
          <p:nvPr/>
        </p:nvPicPr>
        <p:blipFill>
          <a:blip r:embed="rId2"/>
          <a:stretch>
            <a:fillRect/>
          </a:stretch>
        </p:blipFill>
        <p:spPr>
          <a:xfrm>
            <a:off x="7578944" y="1157465"/>
            <a:ext cx="4393979" cy="3745275"/>
          </a:xfrm>
          <a:prstGeom prst="rect">
            <a:avLst/>
          </a:prstGeom>
        </p:spPr>
      </p:pic>
      <p:sp>
        <p:nvSpPr>
          <p:cNvPr id="13" name="TextBox 12">
            <a:extLst>
              <a:ext uri="{FF2B5EF4-FFF2-40B4-BE49-F238E27FC236}">
                <a16:creationId xmlns:a16="http://schemas.microsoft.com/office/drawing/2014/main" id="{3524D53A-162C-D6A4-40AF-C1044DC8392E}"/>
              </a:ext>
            </a:extLst>
          </p:cNvPr>
          <p:cNvSpPr txBox="1"/>
          <p:nvPr/>
        </p:nvSpPr>
        <p:spPr>
          <a:xfrm>
            <a:off x="7548664" y="5212113"/>
            <a:ext cx="4643336" cy="830997"/>
          </a:xfrm>
          <a:prstGeom prst="rect">
            <a:avLst/>
          </a:prstGeom>
          <a:noFill/>
        </p:spPr>
        <p:txBody>
          <a:bodyPr wrap="square">
            <a:spAutoFit/>
          </a:bodyPr>
          <a:lstStyle/>
          <a:p>
            <a:pPr algn="just"/>
            <a:r>
              <a:rPr lang="en-US" sz="1200" b="0" i="0" dirty="0">
                <a:solidFill>
                  <a:srgbClr val="FF0000"/>
                </a:solidFill>
                <a:effectLst/>
                <a:latin typeface="Arial" panose="020B0604020202020204" pitchFamily="34" charset="0"/>
              </a:rPr>
              <a:t>El–</a:t>
            </a:r>
            <a:r>
              <a:rPr lang="en-US" sz="1200" b="0" i="0" dirty="0" err="1">
                <a:solidFill>
                  <a:srgbClr val="FF0000"/>
                </a:solidFill>
                <a:effectLst/>
                <a:latin typeface="Arial" panose="020B0604020202020204" pitchFamily="34" charset="0"/>
              </a:rPr>
              <a:t>Safty</a:t>
            </a:r>
            <a:r>
              <a:rPr lang="en-US" sz="1200" b="0" i="0" dirty="0">
                <a:solidFill>
                  <a:srgbClr val="FF0000"/>
                </a:solidFill>
                <a:effectLst/>
                <a:latin typeface="Arial" panose="020B0604020202020204" pitchFamily="34" charset="0"/>
              </a:rPr>
              <a:t>, S. A., &amp; </a:t>
            </a:r>
            <a:r>
              <a:rPr lang="en-US" sz="1200" b="0" i="0" dirty="0" err="1">
                <a:solidFill>
                  <a:srgbClr val="FF0000"/>
                </a:solidFill>
                <a:effectLst/>
                <a:latin typeface="Arial" panose="020B0604020202020204" pitchFamily="34" charset="0"/>
              </a:rPr>
              <a:t>Hoa</a:t>
            </a:r>
            <a:r>
              <a:rPr lang="en-US" sz="1200" b="0" i="0" dirty="0">
                <a:solidFill>
                  <a:srgbClr val="FF0000"/>
                </a:solidFill>
                <a:effectLst/>
                <a:latin typeface="Arial" panose="020B0604020202020204" pitchFamily="34" charset="0"/>
              </a:rPr>
              <a:t>, N. D. (2012). Organic–Inorganic Mesoporous Silica Nanotube Hybrid Anodic Alumina Membranes for Ultrafine Filtration of Noble Metal Nanoparticles. In </a:t>
            </a:r>
            <a:r>
              <a:rPr lang="en-US" sz="1200" b="0" i="1" dirty="0">
                <a:solidFill>
                  <a:srgbClr val="FF0000"/>
                </a:solidFill>
                <a:effectLst/>
                <a:latin typeface="Arial" panose="020B0604020202020204" pitchFamily="34" charset="0"/>
              </a:rPr>
              <a:t>Noble Metals</a:t>
            </a:r>
            <a:r>
              <a:rPr lang="en-US" sz="1200" b="0" i="0" dirty="0">
                <a:solidFill>
                  <a:srgbClr val="FF0000"/>
                </a:solidFill>
                <a:effectLst/>
                <a:latin typeface="Arial" panose="020B0604020202020204" pitchFamily="34" charset="0"/>
              </a:rPr>
              <a:t>. </a:t>
            </a:r>
            <a:r>
              <a:rPr lang="en-US" sz="1200" b="0" i="0" dirty="0" err="1">
                <a:solidFill>
                  <a:srgbClr val="FF0000"/>
                </a:solidFill>
                <a:effectLst/>
                <a:latin typeface="Arial" panose="020B0604020202020204" pitchFamily="34" charset="0"/>
              </a:rPr>
              <a:t>IntechOpen</a:t>
            </a:r>
            <a:r>
              <a:rPr lang="en-US" sz="1200" b="0" i="0" dirty="0">
                <a:solidFill>
                  <a:srgbClr val="FF0000"/>
                </a:solidFill>
                <a:effectLst/>
                <a:latin typeface="Arial" panose="020B0604020202020204" pitchFamily="34" charset="0"/>
              </a:rPr>
              <a:t>.</a:t>
            </a:r>
            <a:endParaRPr lang="en-US" sz="1200" dirty="0">
              <a:solidFill>
                <a:srgbClr val="FF0000"/>
              </a:solidFill>
            </a:endParaRPr>
          </a:p>
        </p:txBody>
      </p:sp>
    </p:spTree>
    <p:extLst>
      <p:ext uri="{BB962C8B-B14F-4D97-AF65-F5344CB8AC3E}">
        <p14:creationId xmlns:p14="http://schemas.microsoft.com/office/powerpoint/2010/main" val="3984517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4ED3DD-6518-45B2-B8C9-91A807969CB7}"/>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534F4BD0-B28E-4748-B1DD-6CD05FB94C7F}"/>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AAD76EA4-ABAD-42CB-9ED3-D657E6459621}"/>
              </a:ext>
            </a:extLst>
          </p:cNvPr>
          <p:cNvSpPr>
            <a:spLocks noGrp="1"/>
          </p:cNvSpPr>
          <p:nvPr>
            <p:ph type="sldNum" sz="quarter" idx="13"/>
          </p:nvPr>
        </p:nvSpPr>
        <p:spPr/>
        <p:txBody>
          <a:bodyPr/>
          <a:lstStyle/>
          <a:p>
            <a:fld id="{957D5EAD-A97B-4969-AF6A-47A86C2666CF}" type="slidenum">
              <a:rPr lang="en-IN" smtClean="0"/>
              <a:t>8</a:t>
            </a:fld>
            <a:endParaRPr lang="en-IN" dirty="0"/>
          </a:p>
        </p:txBody>
      </p:sp>
      <p:sp>
        <p:nvSpPr>
          <p:cNvPr id="6" name="Title 5">
            <a:extLst>
              <a:ext uri="{FF2B5EF4-FFF2-40B4-BE49-F238E27FC236}">
                <a16:creationId xmlns:a16="http://schemas.microsoft.com/office/drawing/2014/main" id="{F00E6791-85EF-45DB-BB80-924B31A09CAC}"/>
              </a:ext>
            </a:extLst>
          </p:cNvPr>
          <p:cNvSpPr>
            <a:spLocks noGrp="1"/>
          </p:cNvSpPr>
          <p:nvPr>
            <p:ph type="title"/>
          </p:nvPr>
        </p:nvSpPr>
        <p:spPr>
          <a:xfrm>
            <a:off x="443999" y="77820"/>
            <a:ext cx="9012435" cy="713291"/>
          </a:xfrm>
        </p:spPr>
        <p:txBody>
          <a:bodyPr/>
          <a:lstStyle/>
          <a:p>
            <a:r>
              <a:rPr lang="en-IN" dirty="0"/>
              <a:t>Membrane Filters</a:t>
            </a:r>
          </a:p>
        </p:txBody>
      </p:sp>
      <p:pic>
        <p:nvPicPr>
          <p:cNvPr id="2050" name="Picture 2">
            <a:extLst>
              <a:ext uri="{FF2B5EF4-FFF2-40B4-BE49-F238E27FC236}">
                <a16:creationId xmlns:a16="http://schemas.microsoft.com/office/drawing/2014/main" id="{33906592-F997-ADCA-A452-A5F21F0509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187" y="728991"/>
            <a:ext cx="7762672" cy="554941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6945E9A-7E25-8306-CDB0-3DD9BE29FCF4}"/>
              </a:ext>
            </a:extLst>
          </p:cNvPr>
          <p:cNvSpPr txBox="1"/>
          <p:nvPr/>
        </p:nvSpPr>
        <p:spPr>
          <a:xfrm>
            <a:off x="126460" y="5956040"/>
            <a:ext cx="5369669" cy="307777"/>
          </a:xfrm>
          <a:prstGeom prst="rect">
            <a:avLst/>
          </a:prstGeom>
          <a:noFill/>
        </p:spPr>
        <p:txBody>
          <a:bodyPr wrap="square">
            <a:spAutoFit/>
          </a:bodyPr>
          <a:lstStyle/>
          <a:p>
            <a:r>
              <a:rPr lang="en-US" sz="1400" dirty="0">
                <a:solidFill>
                  <a:srgbClr val="FF0000"/>
                </a:solidFill>
              </a:rPr>
              <a:t>https://www.logisticon.com/en/technologies/membrane-filtration/</a:t>
            </a:r>
          </a:p>
        </p:txBody>
      </p:sp>
      <p:sp>
        <p:nvSpPr>
          <p:cNvPr id="5" name="AutoShape 2" descr="Schematic diagram of (a) tangential (cross) flow filtration and (b) dead–end filtration ">
            <a:extLst>
              <a:ext uri="{FF2B5EF4-FFF2-40B4-BE49-F238E27FC236}">
                <a16:creationId xmlns:a16="http://schemas.microsoft.com/office/drawing/2014/main" id="{EE28A245-6DA6-635E-A8F1-3391AA9054B5}"/>
              </a:ext>
            </a:extLst>
          </p:cNvPr>
          <p:cNvSpPr>
            <a:spLocks noGrp="1" noChangeAspect="1" noChangeArrowheads="1"/>
          </p:cNvSpPr>
          <p:nvPr>
            <p:ph sz="quarter" idx="14"/>
          </p:nvPr>
        </p:nvSpPr>
        <p:spPr bwMode="auto">
          <a:xfrm>
            <a:off x="7918315" y="1177047"/>
            <a:ext cx="4163438" cy="47276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p>
            <a:pPr marL="0" indent="0" algn="just">
              <a:buNone/>
            </a:pPr>
            <a:r>
              <a:rPr lang="en-US" sz="2400" b="1" i="0" u="sng" dirty="0">
                <a:effectLst/>
                <a:latin typeface="Arial" panose="020B0604020202020204" pitchFamily="34" charset="0"/>
              </a:rPr>
              <a:t>Types of Membranes</a:t>
            </a:r>
          </a:p>
          <a:p>
            <a:pPr algn="just"/>
            <a:r>
              <a:rPr lang="en-US" sz="2400" i="1" dirty="0">
                <a:latin typeface="Arial" panose="020B0604020202020204" pitchFamily="34" charset="0"/>
              </a:rPr>
              <a:t>Polymer membranes (Cellulose Acetate, polyacrylonitrile, polysulfone, polyether sulfone, polyamide, etc.,)</a:t>
            </a:r>
          </a:p>
          <a:p>
            <a:pPr algn="just"/>
            <a:r>
              <a:rPr lang="en-US" sz="2400" i="1" dirty="0">
                <a:latin typeface="Arial" panose="020B0604020202020204" pitchFamily="34" charset="0"/>
              </a:rPr>
              <a:t>Metallic Membranes (sintered stainless steel or other metals)</a:t>
            </a:r>
          </a:p>
          <a:p>
            <a:pPr algn="just"/>
            <a:r>
              <a:rPr lang="en-US" sz="2400" i="1" dirty="0">
                <a:latin typeface="Arial" panose="020B0604020202020204" pitchFamily="34" charset="0"/>
              </a:rPr>
              <a:t>Inorganic membranes (Porous carbon or alumina)</a:t>
            </a:r>
          </a:p>
          <a:p>
            <a:pPr algn="just"/>
            <a:endParaRPr lang="en-US" sz="2400" i="1" dirty="0"/>
          </a:p>
        </p:txBody>
      </p:sp>
    </p:spTree>
    <p:extLst>
      <p:ext uri="{BB962C8B-B14F-4D97-AF65-F5344CB8AC3E}">
        <p14:creationId xmlns:p14="http://schemas.microsoft.com/office/powerpoint/2010/main" val="2456313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249266" y="51837"/>
            <a:ext cx="9693469" cy="6754327"/>
          </a:xfrm>
          <a:prstGeom prst="rect">
            <a:avLst/>
          </a:prstGeom>
        </p:spPr>
      </p:pic>
      <p:pic>
        <p:nvPicPr>
          <p:cNvPr id="3" name="Picture 3"/>
          <p:cNvPicPr>
            <a:picLocks noChangeAspect="1"/>
          </p:cNvPicPr>
          <p:nvPr/>
        </p:nvPicPr>
        <p:blipFill>
          <a:blip r:embed="rId3"/>
          <a:stretch>
            <a:fillRect/>
          </a:stretch>
        </p:blipFill>
        <p:spPr>
          <a:xfrm>
            <a:off x="3670041" y="0"/>
            <a:ext cx="4851918"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p:cNvPicPr>
          <p:nvPr/>
        </p:nvPicPr>
        <p:blipFill>
          <a:blip r:embed="rId2"/>
          <a:stretch>
            <a:fillRect/>
          </a:stretch>
        </p:blipFill>
        <p:spPr>
          <a:xfrm>
            <a:off x="1249266" y="51837"/>
            <a:ext cx="9693469" cy="6754327"/>
          </a:xfrm>
          <a:prstGeom prst="rect">
            <a:avLst/>
          </a:prstGeom>
        </p:spPr>
      </p:pic>
      <p:pic>
        <p:nvPicPr>
          <p:cNvPr id="5" name="Picture 5"/>
          <p:cNvPicPr>
            <a:picLocks noChangeAspect="1"/>
          </p:cNvPicPr>
          <p:nvPr/>
        </p:nvPicPr>
        <p:blipFill>
          <a:blip r:embed="rId3"/>
          <a:stretch>
            <a:fillRect/>
          </a:stretch>
        </p:blipFill>
        <p:spPr>
          <a:xfrm>
            <a:off x="3670041" y="0"/>
            <a:ext cx="4851918"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p:cNvPicPr>
            <a:picLocks noChangeAspect="1"/>
          </p:cNvPicPr>
          <p:nvPr/>
        </p:nvPicPr>
        <p:blipFill>
          <a:blip r:embed="rId2"/>
          <a:stretch>
            <a:fillRect/>
          </a:stretch>
        </p:blipFill>
        <p:spPr>
          <a:xfrm>
            <a:off x="1249266" y="51837"/>
            <a:ext cx="9693469" cy="6754327"/>
          </a:xfrm>
          <a:prstGeom prst="rect">
            <a:avLst/>
          </a:prstGeom>
        </p:spPr>
      </p:pic>
      <p:pic>
        <p:nvPicPr>
          <p:cNvPr id="7" name="Picture 7"/>
          <p:cNvPicPr>
            <a:picLocks noChangeAspect="1"/>
          </p:cNvPicPr>
          <p:nvPr/>
        </p:nvPicPr>
        <p:blipFill>
          <a:blip r:embed="rId3"/>
          <a:stretch>
            <a:fillRect/>
          </a:stretch>
        </p:blipFill>
        <p:spPr>
          <a:xfrm>
            <a:off x="3670041" y="0"/>
            <a:ext cx="4851918"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8"/>
          <p:cNvPicPr>
            <a:picLocks noChangeAspect="1"/>
          </p:cNvPicPr>
          <p:nvPr/>
        </p:nvPicPr>
        <p:blipFill>
          <a:blip r:embed="rId2"/>
          <a:stretch>
            <a:fillRect/>
          </a:stretch>
        </p:blipFill>
        <p:spPr>
          <a:xfrm>
            <a:off x="1249266" y="51837"/>
            <a:ext cx="9693469" cy="6754327"/>
          </a:xfrm>
          <a:prstGeom prst="rect">
            <a:avLst/>
          </a:prstGeom>
        </p:spPr>
      </p:pic>
      <p:pic>
        <p:nvPicPr>
          <p:cNvPr id="9" name="Picture 9"/>
          <p:cNvPicPr>
            <a:picLocks noChangeAspect="1"/>
          </p:cNvPicPr>
          <p:nvPr/>
        </p:nvPicPr>
        <p:blipFill>
          <a:blip r:embed="rId3"/>
          <a:stretch>
            <a:fillRect/>
          </a:stretch>
        </p:blipFill>
        <p:spPr>
          <a:xfrm>
            <a:off x="3670041" y="0"/>
            <a:ext cx="4851918"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3A38788-90AB-407F-BBA0-B0EBF7084D4A}"/>
              </a:ext>
            </a:extLst>
          </p:cNvPr>
          <p:cNvSpPr>
            <a:spLocks noGrp="1"/>
          </p:cNvSpPr>
          <p:nvPr>
            <p:ph type="title"/>
          </p:nvPr>
        </p:nvSpPr>
        <p:spPr/>
        <p:txBody>
          <a:bodyPr/>
          <a:lstStyle/>
          <a:p>
            <a:r>
              <a:rPr lang="en-US" dirty="0"/>
              <a:t>Gravity Sedimentation Processes</a:t>
            </a:r>
            <a:endParaRPr lang="en-IN" dirty="0"/>
          </a:p>
        </p:txBody>
      </p:sp>
      <p:sp>
        <p:nvSpPr>
          <p:cNvPr id="2" name="Date Placeholder 1">
            <a:extLst>
              <a:ext uri="{FF2B5EF4-FFF2-40B4-BE49-F238E27FC236}">
                <a16:creationId xmlns:a16="http://schemas.microsoft.com/office/drawing/2014/main" id="{287F5AD0-EDA3-4FD1-88E3-16043C715358}"/>
              </a:ext>
            </a:extLst>
          </p:cNvPr>
          <p:cNvSpPr>
            <a:spLocks noGrp="1"/>
          </p:cNvSpPr>
          <p:nvPr>
            <p:ph type="dt" sz="half" idx="4294967295"/>
          </p:nvPr>
        </p:nvSpPr>
        <p:spPr>
          <a:xfrm>
            <a:off x="0" y="6416675"/>
            <a:ext cx="2844800" cy="365125"/>
          </a:xfrm>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B2C05734-7DBD-4B3B-A3D4-00BFB420C81C}"/>
              </a:ext>
            </a:extLst>
          </p:cNvPr>
          <p:cNvSpPr>
            <a:spLocks noGrp="1"/>
          </p:cNvSpPr>
          <p:nvPr>
            <p:ph type="ftr" sz="quarter" idx="4294967295"/>
          </p:nvPr>
        </p:nvSpPr>
        <p:spPr>
          <a:xfrm>
            <a:off x="0" y="6416675"/>
            <a:ext cx="3860800" cy="365125"/>
          </a:xfrm>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BBB9A799-632B-4F79-A044-AFB718E39431}"/>
              </a:ext>
            </a:extLst>
          </p:cNvPr>
          <p:cNvSpPr>
            <a:spLocks noGrp="1"/>
          </p:cNvSpPr>
          <p:nvPr>
            <p:ph type="sldNum" sz="quarter" idx="4294967295"/>
          </p:nvPr>
        </p:nvSpPr>
        <p:spPr>
          <a:xfrm>
            <a:off x="9347200" y="6416675"/>
            <a:ext cx="2844800" cy="365125"/>
          </a:xfrm>
        </p:spPr>
        <p:txBody>
          <a:bodyPr/>
          <a:lstStyle/>
          <a:p>
            <a:fld id="{957D5EAD-A97B-4969-AF6A-47A86C2666CF}" type="slidenum">
              <a:rPr lang="en-IN" smtClean="0"/>
              <a:t>13</a:t>
            </a:fld>
            <a:endParaRPr lang="en-IN" dirty="0"/>
          </a:p>
        </p:txBody>
      </p:sp>
      <p:sp>
        <p:nvSpPr>
          <p:cNvPr id="8" name="Rectangle 7">
            <a:extLst>
              <a:ext uri="{FF2B5EF4-FFF2-40B4-BE49-F238E27FC236}">
                <a16:creationId xmlns:a16="http://schemas.microsoft.com/office/drawing/2014/main" id="{A9A7AF40-016F-46BA-9A82-2B532383B551}"/>
              </a:ext>
            </a:extLst>
          </p:cNvPr>
          <p:cNvSpPr/>
          <p:nvPr/>
        </p:nvSpPr>
        <p:spPr>
          <a:xfrm>
            <a:off x="3589437" y="6047343"/>
            <a:ext cx="8273562" cy="369332"/>
          </a:xfrm>
          <a:prstGeom prst="rect">
            <a:avLst/>
          </a:prstGeom>
        </p:spPr>
        <p:txBody>
          <a:bodyPr wrap="square">
            <a:spAutoFit/>
          </a:bodyPr>
          <a:lstStyle/>
          <a:p>
            <a:r>
              <a:rPr lang="en-US" dirty="0"/>
              <a:t>Reference: K. A. </a:t>
            </a:r>
            <a:r>
              <a:rPr lang="en-US" dirty="0" err="1"/>
              <a:t>Gavhane</a:t>
            </a:r>
            <a:r>
              <a:rPr lang="en-US" dirty="0"/>
              <a:t>. Unit Operations-I, [Fluid Flow And Mechanical Operations] </a:t>
            </a:r>
          </a:p>
        </p:txBody>
      </p:sp>
    </p:spTree>
    <p:extLst>
      <p:ext uri="{BB962C8B-B14F-4D97-AF65-F5344CB8AC3E}">
        <p14:creationId xmlns:p14="http://schemas.microsoft.com/office/powerpoint/2010/main" val="57590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BE7695-400C-459A-930F-F55D42D7BE54}"/>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B840757C-BA93-45F9-8F0C-6FE693D32DAB}"/>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F209BD6E-B294-4CA1-9204-897F4EF085A0}"/>
              </a:ext>
            </a:extLst>
          </p:cNvPr>
          <p:cNvSpPr>
            <a:spLocks noGrp="1"/>
          </p:cNvSpPr>
          <p:nvPr>
            <p:ph type="sldNum" sz="quarter" idx="13"/>
          </p:nvPr>
        </p:nvSpPr>
        <p:spPr/>
        <p:txBody>
          <a:bodyPr/>
          <a:lstStyle/>
          <a:p>
            <a:fld id="{957D5EAD-A97B-4969-AF6A-47A86C2666CF}" type="slidenum">
              <a:rPr lang="en-IN" smtClean="0"/>
              <a:t>14</a:t>
            </a:fld>
            <a:endParaRPr lang="en-IN" dirty="0"/>
          </a:p>
        </p:txBody>
      </p:sp>
      <p:sp>
        <p:nvSpPr>
          <p:cNvPr id="5" name="Content Placeholder 4">
            <a:extLst>
              <a:ext uri="{FF2B5EF4-FFF2-40B4-BE49-F238E27FC236}">
                <a16:creationId xmlns:a16="http://schemas.microsoft.com/office/drawing/2014/main" id="{73D42DA1-AF89-492B-8D1E-A2F4D241E478}"/>
              </a:ext>
            </a:extLst>
          </p:cNvPr>
          <p:cNvSpPr>
            <a:spLocks noGrp="1"/>
          </p:cNvSpPr>
          <p:nvPr>
            <p:ph sz="quarter" idx="14"/>
          </p:nvPr>
        </p:nvSpPr>
        <p:spPr/>
        <p:txBody>
          <a:bodyPr>
            <a:normAutofit/>
          </a:bodyPr>
          <a:lstStyle/>
          <a:p>
            <a:pPr marL="0" indent="0">
              <a:buNone/>
            </a:pPr>
            <a:r>
              <a:rPr lang="en-US" sz="2400" dirty="0">
                <a:solidFill>
                  <a:srgbClr val="C00000"/>
                </a:solidFill>
              </a:rPr>
              <a:t>Sedimentation</a:t>
            </a:r>
          </a:p>
          <a:p>
            <a:r>
              <a:rPr lang="en-US" sz="2400" dirty="0"/>
              <a:t>The separation of solids from a suspension in a liquid by gravity settling </a:t>
            </a:r>
          </a:p>
          <a:p>
            <a:r>
              <a:rPr lang="en-US" sz="2400" dirty="0"/>
              <a:t>The gravity force is responsible for the motion of solids through the  liquid.</a:t>
            </a:r>
          </a:p>
          <a:p>
            <a:pPr marL="0" indent="0">
              <a:buNone/>
            </a:pPr>
            <a:r>
              <a:rPr lang="en-US" sz="2400" dirty="0">
                <a:solidFill>
                  <a:srgbClr val="C00000"/>
                </a:solidFill>
              </a:rPr>
              <a:t>Applications</a:t>
            </a:r>
          </a:p>
          <a:p>
            <a:r>
              <a:rPr lang="en-US" sz="2400" dirty="0"/>
              <a:t>Removal of solids liquid sewage wastes (waste-water treatment)</a:t>
            </a:r>
          </a:p>
          <a:p>
            <a:r>
              <a:rPr lang="en-US" sz="2400" dirty="0"/>
              <a:t>Removal of  suspended impurities from water to be used for domestic and industrial purposes  (water treatment)</a:t>
            </a:r>
          </a:p>
          <a:p>
            <a:endParaRPr lang="en-US" sz="2400" dirty="0"/>
          </a:p>
          <a:p>
            <a:r>
              <a:rPr lang="en-US" sz="2400" dirty="0">
                <a:solidFill>
                  <a:srgbClr val="C00000"/>
                </a:solidFill>
              </a:rPr>
              <a:t>Clarifier: </a:t>
            </a:r>
            <a:r>
              <a:rPr lang="en-US" sz="2400" dirty="0"/>
              <a:t>A settler that removes virtually all the particles from a liquid</a:t>
            </a:r>
          </a:p>
          <a:p>
            <a:r>
              <a:rPr lang="en-US" sz="2400" dirty="0">
                <a:solidFill>
                  <a:srgbClr val="C00000"/>
                </a:solidFill>
              </a:rPr>
              <a:t>Classifier: </a:t>
            </a:r>
            <a:r>
              <a:rPr lang="en-US" sz="2400" dirty="0"/>
              <a:t>A device that separates the solids into two fractions</a:t>
            </a:r>
          </a:p>
          <a:p>
            <a:endParaRPr lang="en-US" sz="2400" dirty="0"/>
          </a:p>
        </p:txBody>
      </p:sp>
      <p:sp>
        <p:nvSpPr>
          <p:cNvPr id="6" name="Title 5">
            <a:extLst>
              <a:ext uri="{FF2B5EF4-FFF2-40B4-BE49-F238E27FC236}">
                <a16:creationId xmlns:a16="http://schemas.microsoft.com/office/drawing/2014/main" id="{2149577D-56DD-4181-9EFD-C3239ED65494}"/>
              </a:ext>
            </a:extLst>
          </p:cNvPr>
          <p:cNvSpPr>
            <a:spLocks noGrp="1"/>
          </p:cNvSpPr>
          <p:nvPr>
            <p:ph type="title"/>
          </p:nvPr>
        </p:nvSpPr>
        <p:spPr/>
        <p:txBody>
          <a:bodyPr/>
          <a:lstStyle/>
          <a:p>
            <a:r>
              <a:rPr lang="en-US" dirty="0"/>
              <a:t>Gravity Sedimentation Processes</a:t>
            </a:r>
            <a:endParaRPr lang="en-IN" dirty="0"/>
          </a:p>
        </p:txBody>
      </p:sp>
    </p:spTree>
    <p:extLst>
      <p:ext uri="{BB962C8B-B14F-4D97-AF65-F5344CB8AC3E}">
        <p14:creationId xmlns:p14="http://schemas.microsoft.com/office/powerpoint/2010/main" val="3186895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88FB90-2987-4B70-998E-CD07C6337140}"/>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8A6F52C3-0B96-4A3F-A921-722FAEB8BEEE}"/>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0987D268-0A99-48C5-9A7B-865448C08805}"/>
              </a:ext>
            </a:extLst>
          </p:cNvPr>
          <p:cNvSpPr>
            <a:spLocks noGrp="1"/>
          </p:cNvSpPr>
          <p:nvPr>
            <p:ph type="sldNum" sz="quarter" idx="13"/>
          </p:nvPr>
        </p:nvSpPr>
        <p:spPr/>
        <p:txBody>
          <a:bodyPr/>
          <a:lstStyle/>
          <a:p>
            <a:fld id="{957D5EAD-A97B-4969-AF6A-47A86C2666CF}" type="slidenum">
              <a:rPr lang="en-IN" smtClean="0"/>
              <a:t>15</a:t>
            </a:fld>
            <a:endParaRPr lang="en-IN" dirty="0"/>
          </a:p>
        </p:txBody>
      </p:sp>
      <p:sp>
        <p:nvSpPr>
          <p:cNvPr id="5" name="Content Placeholder 4">
            <a:extLst>
              <a:ext uri="{FF2B5EF4-FFF2-40B4-BE49-F238E27FC236}">
                <a16:creationId xmlns:a16="http://schemas.microsoft.com/office/drawing/2014/main" id="{FF1EE8CA-2398-4C3F-BC92-77390719207E}"/>
              </a:ext>
            </a:extLst>
          </p:cNvPr>
          <p:cNvSpPr>
            <a:spLocks noGrp="1"/>
          </p:cNvSpPr>
          <p:nvPr>
            <p:ph sz="quarter" idx="14"/>
          </p:nvPr>
        </p:nvSpPr>
        <p:spPr/>
        <p:txBody>
          <a:bodyPr>
            <a:normAutofit/>
          </a:bodyPr>
          <a:lstStyle/>
          <a:p>
            <a:pPr marL="0" indent="0">
              <a:buNone/>
            </a:pPr>
            <a:r>
              <a:rPr lang="en-US" sz="2800" dirty="0">
                <a:solidFill>
                  <a:srgbClr val="C00000"/>
                </a:solidFill>
              </a:rPr>
              <a:t>Sink-and-float methods (Heavy-Fluid Separation)</a:t>
            </a:r>
          </a:p>
          <a:p>
            <a:r>
              <a:rPr lang="en-US" sz="2800" dirty="0"/>
              <a:t>A sink-and-float method uses a liquid sorting medium, the density of which is intermediate between that of the light material and that of the heavy. </a:t>
            </a:r>
          </a:p>
          <a:p>
            <a:r>
              <a:rPr lang="en-US" sz="2800" dirty="0"/>
              <a:t>Then the heavy particles settle through the medium, and the lighter one's float, and a separation is thus obtained. </a:t>
            </a:r>
          </a:p>
          <a:p>
            <a:pPr marL="0" indent="0">
              <a:buNone/>
            </a:pPr>
            <a:r>
              <a:rPr lang="en-US" sz="2800" dirty="0">
                <a:solidFill>
                  <a:srgbClr val="0070C0"/>
                </a:solidFill>
              </a:rPr>
              <a:t>Advantage: </a:t>
            </a:r>
          </a:p>
          <a:p>
            <a:r>
              <a:rPr lang="en-US" sz="2800" dirty="0"/>
              <a:t>The separation depends only on the difference in the densities of the two substances and is independent of the particle size. </a:t>
            </a:r>
          </a:p>
          <a:p>
            <a:endParaRPr lang="en-US" sz="2800" dirty="0"/>
          </a:p>
        </p:txBody>
      </p:sp>
      <p:sp>
        <p:nvSpPr>
          <p:cNvPr id="6" name="Title 5">
            <a:extLst>
              <a:ext uri="{FF2B5EF4-FFF2-40B4-BE49-F238E27FC236}">
                <a16:creationId xmlns:a16="http://schemas.microsoft.com/office/drawing/2014/main" id="{AE0972B7-B575-4ED3-AC13-AC8A30C5C9AC}"/>
              </a:ext>
            </a:extLst>
          </p:cNvPr>
          <p:cNvSpPr>
            <a:spLocks noGrp="1"/>
          </p:cNvSpPr>
          <p:nvPr>
            <p:ph type="title"/>
          </p:nvPr>
        </p:nvSpPr>
        <p:spPr/>
        <p:txBody>
          <a:bodyPr/>
          <a:lstStyle/>
          <a:p>
            <a:r>
              <a:rPr lang="en-US" dirty="0"/>
              <a:t>Gravity Classifiers</a:t>
            </a:r>
            <a:endParaRPr lang="en-IN" dirty="0"/>
          </a:p>
        </p:txBody>
      </p:sp>
    </p:spTree>
    <p:extLst>
      <p:ext uri="{BB962C8B-B14F-4D97-AF65-F5344CB8AC3E}">
        <p14:creationId xmlns:p14="http://schemas.microsoft.com/office/powerpoint/2010/main" val="4081134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88FB90-2987-4B70-998E-CD07C6337140}"/>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8A6F52C3-0B96-4A3F-A921-722FAEB8BEEE}"/>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0987D268-0A99-48C5-9A7B-865448C08805}"/>
              </a:ext>
            </a:extLst>
          </p:cNvPr>
          <p:cNvSpPr>
            <a:spLocks noGrp="1"/>
          </p:cNvSpPr>
          <p:nvPr>
            <p:ph type="sldNum" sz="quarter" idx="13"/>
          </p:nvPr>
        </p:nvSpPr>
        <p:spPr/>
        <p:txBody>
          <a:bodyPr/>
          <a:lstStyle/>
          <a:p>
            <a:fld id="{957D5EAD-A97B-4969-AF6A-47A86C2666CF}" type="slidenum">
              <a:rPr lang="en-IN" smtClean="0"/>
              <a:t>16</a:t>
            </a:fld>
            <a:endParaRPr lang="en-IN" dirty="0"/>
          </a:p>
        </p:txBody>
      </p:sp>
      <p:sp>
        <p:nvSpPr>
          <p:cNvPr id="5" name="Content Placeholder 4">
            <a:extLst>
              <a:ext uri="{FF2B5EF4-FFF2-40B4-BE49-F238E27FC236}">
                <a16:creationId xmlns:a16="http://schemas.microsoft.com/office/drawing/2014/main" id="{FF1EE8CA-2398-4C3F-BC92-77390719207E}"/>
              </a:ext>
            </a:extLst>
          </p:cNvPr>
          <p:cNvSpPr>
            <a:spLocks noGrp="1"/>
          </p:cNvSpPr>
          <p:nvPr>
            <p:ph sz="quarter" idx="14"/>
          </p:nvPr>
        </p:nvSpPr>
        <p:spPr/>
        <p:txBody>
          <a:bodyPr>
            <a:normAutofit/>
          </a:bodyPr>
          <a:lstStyle/>
          <a:p>
            <a:pPr marL="0" indent="0">
              <a:buNone/>
            </a:pPr>
            <a:r>
              <a:rPr lang="en-US" sz="2800" dirty="0">
                <a:solidFill>
                  <a:srgbClr val="C00000"/>
                </a:solidFill>
              </a:rPr>
              <a:t>Differential settling methods</a:t>
            </a:r>
          </a:p>
          <a:p>
            <a:r>
              <a:rPr lang="en-US" sz="2800" dirty="0"/>
              <a:t>Differential settling methods utilize the difference in terminal velocities that can exist between substances of different density. </a:t>
            </a:r>
          </a:p>
          <a:p>
            <a:r>
              <a:rPr lang="en-US" sz="2800" dirty="0"/>
              <a:t>The density of the medium is less than that of either substance. </a:t>
            </a:r>
          </a:p>
          <a:p>
            <a:endParaRPr lang="en-US" sz="2800" dirty="0"/>
          </a:p>
          <a:p>
            <a:r>
              <a:rPr lang="en-US" sz="2800" dirty="0"/>
              <a:t>Disadvantage </a:t>
            </a:r>
          </a:p>
          <a:p>
            <a:pPr lvl="1"/>
            <a:r>
              <a:rPr lang="en-US" sz="2400" dirty="0"/>
              <a:t>since the mixture of materials to be separated covers a range of particle sizes, the larger, light particles settle at the same rate as the smaller, heavy ones and a mixed fraction is obtained. </a:t>
            </a:r>
            <a:endParaRPr lang="en-IN" sz="2400" dirty="0"/>
          </a:p>
        </p:txBody>
      </p:sp>
      <p:sp>
        <p:nvSpPr>
          <p:cNvPr id="6" name="Title 5">
            <a:extLst>
              <a:ext uri="{FF2B5EF4-FFF2-40B4-BE49-F238E27FC236}">
                <a16:creationId xmlns:a16="http://schemas.microsoft.com/office/drawing/2014/main" id="{AE0972B7-B575-4ED3-AC13-AC8A30C5C9AC}"/>
              </a:ext>
            </a:extLst>
          </p:cNvPr>
          <p:cNvSpPr>
            <a:spLocks noGrp="1"/>
          </p:cNvSpPr>
          <p:nvPr>
            <p:ph type="title"/>
          </p:nvPr>
        </p:nvSpPr>
        <p:spPr/>
        <p:txBody>
          <a:bodyPr/>
          <a:lstStyle/>
          <a:p>
            <a:r>
              <a:rPr lang="en-US" dirty="0"/>
              <a:t>Gravity Classifiers</a:t>
            </a:r>
            <a:endParaRPr lang="en-IN" dirty="0"/>
          </a:p>
        </p:txBody>
      </p:sp>
    </p:spTree>
    <p:extLst>
      <p:ext uri="{BB962C8B-B14F-4D97-AF65-F5344CB8AC3E}">
        <p14:creationId xmlns:p14="http://schemas.microsoft.com/office/powerpoint/2010/main" val="611353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193F99-E3EE-4F7A-94B5-00F8C0545808}"/>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FDB83132-8A82-4CD7-AADB-FA760195FD6C}"/>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457D1EE6-CB5C-4835-A6AE-A3BA16778FCC}"/>
              </a:ext>
            </a:extLst>
          </p:cNvPr>
          <p:cNvSpPr>
            <a:spLocks noGrp="1"/>
          </p:cNvSpPr>
          <p:nvPr>
            <p:ph type="sldNum" sz="quarter" idx="13"/>
          </p:nvPr>
        </p:nvSpPr>
        <p:spPr/>
        <p:txBody>
          <a:bodyPr/>
          <a:lstStyle/>
          <a:p>
            <a:fld id="{957D5EAD-A97B-4969-AF6A-47A86C2666CF}" type="slidenum">
              <a:rPr lang="en-IN" smtClean="0"/>
              <a:t>17</a:t>
            </a:fld>
            <a:endParaRPr lang="en-IN" dirty="0"/>
          </a:p>
        </p:txBody>
      </p:sp>
      <p:sp>
        <p:nvSpPr>
          <p:cNvPr id="5" name="Content Placeholder 4">
            <a:extLst>
              <a:ext uri="{FF2B5EF4-FFF2-40B4-BE49-F238E27FC236}">
                <a16:creationId xmlns:a16="http://schemas.microsoft.com/office/drawing/2014/main" id="{BD35C165-575A-4399-A22F-B1B08E3891DC}"/>
              </a:ext>
            </a:extLst>
          </p:cNvPr>
          <p:cNvSpPr>
            <a:spLocks noGrp="1"/>
          </p:cNvSpPr>
          <p:nvPr>
            <p:ph sz="quarter" idx="14"/>
          </p:nvPr>
        </p:nvSpPr>
        <p:spPr>
          <a:xfrm>
            <a:off x="562684" y="1147672"/>
            <a:ext cx="10972800" cy="4971773"/>
          </a:xfrm>
        </p:spPr>
        <p:txBody>
          <a:bodyPr>
            <a:normAutofit/>
          </a:bodyPr>
          <a:lstStyle/>
          <a:p>
            <a:pPr marL="0" indent="0">
              <a:buNone/>
            </a:pPr>
            <a:r>
              <a:rPr lang="en-US" sz="2400" dirty="0">
                <a:solidFill>
                  <a:srgbClr val="C00000"/>
                </a:solidFill>
              </a:rPr>
              <a:t>Free Settling</a:t>
            </a:r>
          </a:p>
          <a:p>
            <a:r>
              <a:rPr lang="en-US" sz="2400" dirty="0"/>
              <a:t>The fall of the particle in the gravitational field  through a stationary fluid is not affected by the other particles and the wall of the  container. </a:t>
            </a:r>
          </a:p>
          <a:p>
            <a:r>
              <a:rPr lang="en-US" sz="2400" dirty="0"/>
              <a:t>Process is possible only if the concentration of particulate solids  in a suspension is very low. </a:t>
            </a:r>
          </a:p>
          <a:p>
            <a:pPr marL="0" indent="0">
              <a:buNone/>
            </a:pPr>
            <a:r>
              <a:rPr lang="en-US" sz="2400" dirty="0">
                <a:solidFill>
                  <a:srgbClr val="C00000"/>
                </a:solidFill>
              </a:rPr>
              <a:t>Hindered Settling</a:t>
            </a:r>
          </a:p>
          <a:p>
            <a:r>
              <a:rPr lang="en-US" sz="2400" dirty="0"/>
              <a:t>The process where the fall of the particle in the gravitational field  through a stationary fluid is affected by the other particles and the wall of the  container.</a:t>
            </a:r>
          </a:p>
          <a:p>
            <a:r>
              <a:rPr lang="en-US" sz="2400" dirty="0"/>
              <a:t>Hindered settling is encountered when the concentration of solids in a suspension is  large.</a:t>
            </a:r>
          </a:p>
          <a:p>
            <a:r>
              <a:rPr lang="en-US" sz="2400" dirty="0"/>
              <a:t>The settling velocity is considerably less than the terminal  falling velocity under free settling condition.</a:t>
            </a:r>
          </a:p>
        </p:txBody>
      </p:sp>
      <p:sp>
        <p:nvSpPr>
          <p:cNvPr id="6" name="Title 5">
            <a:extLst>
              <a:ext uri="{FF2B5EF4-FFF2-40B4-BE49-F238E27FC236}">
                <a16:creationId xmlns:a16="http://schemas.microsoft.com/office/drawing/2014/main" id="{2D2CF67D-BF29-40E8-A778-536D0C6617B4}"/>
              </a:ext>
            </a:extLst>
          </p:cNvPr>
          <p:cNvSpPr>
            <a:spLocks noGrp="1"/>
          </p:cNvSpPr>
          <p:nvPr>
            <p:ph type="title"/>
          </p:nvPr>
        </p:nvSpPr>
        <p:spPr/>
        <p:txBody>
          <a:bodyPr/>
          <a:lstStyle/>
          <a:p>
            <a:r>
              <a:rPr lang="en-US" dirty="0"/>
              <a:t>Types of Settling</a:t>
            </a:r>
            <a:endParaRPr lang="en-IN" dirty="0"/>
          </a:p>
        </p:txBody>
      </p:sp>
    </p:spTree>
    <p:extLst>
      <p:ext uri="{BB962C8B-B14F-4D97-AF65-F5344CB8AC3E}">
        <p14:creationId xmlns:p14="http://schemas.microsoft.com/office/powerpoint/2010/main" val="3409733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50A145-09F7-8943-A009-8BF19B94688D}"/>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45BEB60B-6EB8-CF48-94C6-B7BD28BA0CCB}"/>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9DA43CB1-1F06-1F41-8531-B32800083323}"/>
              </a:ext>
            </a:extLst>
          </p:cNvPr>
          <p:cNvSpPr>
            <a:spLocks noGrp="1"/>
          </p:cNvSpPr>
          <p:nvPr>
            <p:ph type="sldNum" sz="quarter" idx="13"/>
          </p:nvPr>
        </p:nvSpPr>
        <p:spPr/>
        <p:txBody>
          <a:bodyPr/>
          <a:lstStyle/>
          <a:p>
            <a:fld id="{957D5EAD-A97B-4969-AF6A-47A86C2666CF}" type="slidenum">
              <a:rPr lang="en-IN" smtClean="0"/>
              <a:t>18</a:t>
            </a:fld>
            <a:endParaRPr lang="en-IN" dirty="0"/>
          </a:p>
        </p:txBody>
      </p:sp>
      <p:sp>
        <p:nvSpPr>
          <p:cNvPr id="6" name="Title 5">
            <a:extLst>
              <a:ext uri="{FF2B5EF4-FFF2-40B4-BE49-F238E27FC236}">
                <a16:creationId xmlns:a16="http://schemas.microsoft.com/office/drawing/2014/main" id="{39C515EE-6C63-024A-B3EF-98FD392C5A14}"/>
              </a:ext>
            </a:extLst>
          </p:cNvPr>
          <p:cNvSpPr>
            <a:spLocks noGrp="1"/>
          </p:cNvSpPr>
          <p:nvPr>
            <p:ph type="title"/>
          </p:nvPr>
        </p:nvSpPr>
        <p:spPr/>
        <p:txBody>
          <a:bodyPr/>
          <a:lstStyle/>
          <a:p>
            <a:r>
              <a:rPr lang="en-US" dirty="0"/>
              <a:t>Gravity Settling Tank</a:t>
            </a:r>
          </a:p>
        </p:txBody>
      </p:sp>
      <p:pic>
        <p:nvPicPr>
          <p:cNvPr id="7" name="Picture 6">
            <a:extLst>
              <a:ext uri="{FF2B5EF4-FFF2-40B4-BE49-F238E27FC236}">
                <a16:creationId xmlns:a16="http://schemas.microsoft.com/office/drawing/2014/main" id="{C6F04075-36A2-F440-8A09-90312215ECFA}"/>
              </a:ext>
            </a:extLst>
          </p:cNvPr>
          <p:cNvPicPr>
            <a:picLocks noChangeAspect="1"/>
          </p:cNvPicPr>
          <p:nvPr/>
        </p:nvPicPr>
        <p:blipFill>
          <a:blip r:embed="rId2"/>
          <a:stretch>
            <a:fillRect/>
          </a:stretch>
        </p:blipFill>
        <p:spPr>
          <a:xfrm>
            <a:off x="903856" y="1372074"/>
            <a:ext cx="9938084" cy="4113852"/>
          </a:xfrm>
          <a:prstGeom prst="rect">
            <a:avLst/>
          </a:prstGeom>
        </p:spPr>
      </p:pic>
    </p:spTree>
    <p:extLst>
      <p:ext uri="{BB962C8B-B14F-4D97-AF65-F5344CB8AC3E}">
        <p14:creationId xmlns:p14="http://schemas.microsoft.com/office/powerpoint/2010/main" val="3188953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249266" y="51837"/>
            <a:ext cx="9693469" cy="6754327"/>
          </a:xfrm>
          <a:prstGeom prst="rect">
            <a:avLst/>
          </a:prstGeom>
        </p:spPr>
      </p:pic>
      <p:pic>
        <p:nvPicPr>
          <p:cNvPr id="3" name="Picture 3"/>
          <p:cNvPicPr>
            <a:picLocks noChangeAspect="1"/>
          </p:cNvPicPr>
          <p:nvPr/>
        </p:nvPicPr>
        <p:blipFill>
          <a:blip r:embed="rId3"/>
          <a:stretch>
            <a:fillRect/>
          </a:stretch>
        </p:blipFill>
        <p:spPr>
          <a:xfrm>
            <a:off x="3670041" y="0"/>
            <a:ext cx="4851918" cy="6858000"/>
          </a:xfrm>
          <a:prstGeom prst="rect">
            <a:avLst/>
          </a:prstGeom>
        </p:spPr>
      </p:pic>
      <mc:AlternateContent xmlns:mc="http://schemas.openxmlformats.org/markup-compatibility/2006">
        <mc:Choice xmlns:p14="http://schemas.microsoft.com/office/powerpoint/2010/main" Requires="p14">
          <p:contentPart p14:bwMode="auto" r:id="rId4">
            <p14:nvContentPartPr>
              <p14:cNvPr id="40" name="Ink 39"/>
              <p14:cNvContentPartPr/>
              <p14:nvPr/>
            </p14:nvContentPartPr>
            <p14:xfrm>
              <a:off x="1829480" y="4707302"/>
              <a:ext cx="1860480" cy="827640"/>
            </p14:xfrm>
          </p:contentPart>
        </mc:Choice>
        <mc:Fallback>
          <p:pic>
            <p:nvPicPr>
              <p:cNvPr id="40" name="Ink 39"/>
              <p:cNvPicPr/>
              <p:nvPr/>
            </p:nvPicPr>
            <p:blipFill>
              <a:blip r:embed="rId5"/>
              <a:stretch>
                <a:fillRect/>
              </a:stretch>
            </p:blipFill>
            <p:spPr>
              <a:xfrm>
                <a:off x="1804280" y="4681382"/>
                <a:ext cx="1911600" cy="8755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9" name="Ink 58"/>
              <p14:cNvContentPartPr/>
              <p14:nvPr/>
            </p14:nvContentPartPr>
            <p14:xfrm>
              <a:off x="7549160" y="4233902"/>
              <a:ext cx="253440" cy="993600"/>
            </p14:xfrm>
          </p:contentPart>
        </mc:Choice>
        <mc:Fallback>
          <p:pic>
            <p:nvPicPr>
              <p:cNvPr id="59" name="Ink 58"/>
              <p:cNvPicPr/>
              <p:nvPr/>
            </p:nvPicPr>
            <p:blipFill>
              <a:blip r:embed="rId7"/>
              <a:stretch>
                <a:fillRect/>
              </a:stretch>
            </p:blipFill>
            <p:spPr>
              <a:xfrm>
                <a:off x="7526120" y="4210862"/>
                <a:ext cx="290520" cy="10252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3" name="Ink 62"/>
              <p14:cNvContentPartPr/>
              <p14:nvPr/>
            </p14:nvContentPartPr>
            <p14:xfrm>
              <a:off x="7850480" y="4367822"/>
              <a:ext cx="1713600" cy="904320"/>
            </p14:xfrm>
          </p:contentPart>
        </mc:Choice>
        <mc:Fallback>
          <p:pic>
            <p:nvPicPr>
              <p:cNvPr id="63" name="Ink 62"/>
              <p:cNvPicPr/>
              <p:nvPr/>
            </p:nvPicPr>
            <p:blipFill>
              <a:blip r:embed="rId9"/>
              <a:stretch>
                <a:fillRect/>
              </a:stretch>
            </p:blipFill>
            <p:spPr>
              <a:xfrm>
                <a:off x="7828880" y="4344422"/>
                <a:ext cx="1754640" cy="951840"/>
              </a:xfrm>
              <a:prstGeom prst="rect">
                <a:avLst/>
              </a:prstGeom>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p:cNvPicPr>
          <p:nvPr/>
        </p:nvPicPr>
        <p:blipFill>
          <a:blip r:embed="rId2"/>
          <a:stretch>
            <a:fillRect/>
          </a:stretch>
        </p:blipFill>
        <p:spPr>
          <a:xfrm>
            <a:off x="1249266" y="51837"/>
            <a:ext cx="9693469" cy="6754327"/>
          </a:xfrm>
          <a:prstGeom prst="rect">
            <a:avLst/>
          </a:prstGeom>
        </p:spPr>
      </p:pic>
      <p:pic>
        <p:nvPicPr>
          <p:cNvPr id="5" name="Picture 5"/>
          <p:cNvPicPr>
            <a:picLocks noChangeAspect="1"/>
          </p:cNvPicPr>
          <p:nvPr/>
        </p:nvPicPr>
        <p:blipFill>
          <a:blip r:embed="rId3"/>
          <a:stretch>
            <a:fillRect/>
          </a:stretch>
        </p:blipFill>
        <p:spPr>
          <a:xfrm>
            <a:off x="3670041" y="0"/>
            <a:ext cx="4851918"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p:cNvPicPr>
            <a:picLocks noChangeAspect="1"/>
          </p:cNvPicPr>
          <p:nvPr/>
        </p:nvPicPr>
        <p:blipFill>
          <a:blip r:embed="rId2"/>
          <a:stretch>
            <a:fillRect/>
          </a:stretch>
        </p:blipFill>
        <p:spPr>
          <a:xfrm>
            <a:off x="1249266" y="51837"/>
            <a:ext cx="9693469" cy="6754327"/>
          </a:xfrm>
          <a:prstGeom prst="rect">
            <a:avLst/>
          </a:prstGeom>
        </p:spPr>
      </p:pic>
      <p:pic>
        <p:nvPicPr>
          <p:cNvPr id="7" name="Picture 7"/>
          <p:cNvPicPr>
            <a:picLocks noChangeAspect="1"/>
          </p:cNvPicPr>
          <p:nvPr/>
        </p:nvPicPr>
        <p:blipFill>
          <a:blip r:embed="rId3"/>
          <a:stretch>
            <a:fillRect/>
          </a:stretch>
        </p:blipFill>
        <p:spPr>
          <a:xfrm>
            <a:off x="3670041" y="0"/>
            <a:ext cx="4851918"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8"/>
          <p:cNvPicPr>
            <a:picLocks noChangeAspect="1"/>
          </p:cNvPicPr>
          <p:nvPr/>
        </p:nvPicPr>
        <p:blipFill>
          <a:blip r:embed="rId2"/>
          <a:stretch>
            <a:fillRect/>
          </a:stretch>
        </p:blipFill>
        <p:spPr>
          <a:xfrm>
            <a:off x="1249266" y="51837"/>
            <a:ext cx="9693469" cy="6754327"/>
          </a:xfrm>
          <a:prstGeom prst="rect">
            <a:avLst/>
          </a:prstGeom>
        </p:spPr>
      </p:pic>
      <p:pic>
        <p:nvPicPr>
          <p:cNvPr id="9" name="Picture 9"/>
          <p:cNvPicPr>
            <a:picLocks noChangeAspect="1"/>
          </p:cNvPicPr>
          <p:nvPr/>
        </p:nvPicPr>
        <p:blipFill>
          <a:blip r:embed="rId3"/>
          <a:stretch>
            <a:fillRect/>
          </a:stretch>
        </p:blipFill>
        <p:spPr>
          <a:xfrm>
            <a:off x="3670041" y="0"/>
            <a:ext cx="4851918"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p:cNvPicPr>
            <a:picLocks noChangeAspect="1"/>
          </p:cNvPicPr>
          <p:nvPr/>
        </p:nvPicPr>
        <p:blipFill>
          <a:blip r:embed="rId2"/>
          <a:stretch>
            <a:fillRect/>
          </a:stretch>
        </p:blipFill>
        <p:spPr>
          <a:xfrm>
            <a:off x="1249266" y="51837"/>
            <a:ext cx="9693469" cy="6754327"/>
          </a:xfrm>
          <a:prstGeom prst="rect">
            <a:avLst/>
          </a:prstGeom>
        </p:spPr>
      </p:pic>
      <p:pic>
        <p:nvPicPr>
          <p:cNvPr id="11" name="Picture 11"/>
          <p:cNvPicPr>
            <a:picLocks noChangeAspect="1"/>
          </p:cNvPicPr>
          <p:nvPr/>
        </p:nvPicPr>
        <p:blipFill>
          <a:blip r:embed="rId3"/>
          <a:stretch>
            <a:fillRect/>
          </a:stretch>
        </p:blipFill>
        <p:spPr>
          <a:xfrm>
            <a:off x="3670041" y="0"/>
            <a:ext cx="4851918"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249266" y="51837"/>
            <a:ext cx="9693469" cy="6754327"/>
          </a:xfrm>
          <a:prstGeom prst="rect">
            <a:avLst/>
          </a:prstGeom>
        </p:spPr>
      </p:pic>
      <p:pic>
        <p:nvPicPr>
          <p:cNvPr id="13" name="Picture 13"/>
          <p:cNvPicPr>
            <a:picLocks noChangeAspect="1"/>
          </p:cNvPicPr>
          <p:nvPr/>
        </p:nvPicPr>
        <p:blipFill>
          <a:blip r:embed="rId3"/>
          <a:stretch>
            <a:fillRect/>
          </a:stretch>
        </p:blipFill>
        <p:spPr>
          <a:xfrm>
            <a:off x="3670041" y="0"/>
            <a:ext cx="4851918"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21D6EB-851B-42AA-A944-6D0BDC839E5E}"/>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79782B91-EF91-4FA8-818A-FB191DA8D928}"/>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626CB6BD-C99D-44BA-9A2F-882CFE689CBF}"/>
              </a:ext>
            </a:extLst>
          </p:cNvPr>
          <p:cNvSpPr>
            <a:spLocks noGrp="1"/>
          </p:cNvSpPr>
          <p:nvPr>
            <p:ph type="sldNum" sz="quarter" idx="13"/>
          </p:nvPr>
        </p:nvSpPr>
        <p:spPr/>
        <p:txBody>
          <a:bodyPr/>
          <a:lstStyle/>
          <a:p>
            <a:fld id="{957D5EAD-A97B-4969-AF6A-47A86C2666CF}" type="slidenum">
              <a:rPr lang="en-IN" smtClean="0"/>
              <a:t>25</a:t>
            </a:fld>
            <a:endParaRPr lang="en-IN" dirty="0"/>
          </a:p>
        </p:txBody>
      </p:sp>
      <p:sp>
        <p:nvSpPr>
          <p:cNvPr id="6" name="Title 5">
            <a:extLst>
              <a:ext uri="{FF2B5EF4-FFF2-40B4-BE49-F238E27FC236}">
                <a16:creationId xmlns:a16="http://schemas.microsoft.com/office/drawing/2014/main" id="{DF077FAC-2989-4A6A-8B28-8A3BCBF40D94}"/>
              </a:ext>
            </a:extLst>
          </p:cNvPr>
          <p:cNvSpPr>
            <a:spLocks noGrp="1"/>
          </p:cNvSpPr>
          <p:nvPr>
            <p:ph type="title"/>
          </p:nvPr>
        </p:nvSpPr>
        <p:spPr/>
        <p:txBody>
          <a:bodyPr>
            <a:normAutofit/>
          </a:bodyPr>
          <a:lstStyle/>
          <a:p>
            <a:r>
              <a:rPr lang="en-US" sz="3200" dirty="0"/>
              <a:t>See chapter 7 page 168-170 for more discussion </a:t>
            </a:r>
            <a:endParaRPr lang="en-IN" sz="3200" dirty="0"/>
          </a:p>
        </p:txBody>
      </p:sp>
      <p:pic>
        <p:nvPicPr>
          <p:cNvPr id="7" name="Picture 6">
            <a:extLst>
              <a:ext uri="{FF2B5EF4-FFF2-40B4-BE49-F238E27FC236}">
                <a16:creationId xmlns:a16="http://schemas.microsoft.com/office/drawing/2014/main" id="{7F4B6726-F6F6-43A3-99C0-4A1CDDB41D08}"/>
              </a:ext>
            </a:extLst>
          </p:cNvPr>
          <p:cNvPicPr>
            <a:picLocks noChangeAspect="1"/>
          </p:cNvPicPr>
          <p:nvPr/>
        </p:nvPicPr>
        <p:blipFill>
          <a:blip r:embed="rId2"/>
          <a:stretch>
            <a:fillRect/>
          </a:stretch>
        </p:blipFill>
        <p:spPr>
          <a:xfrm>
            <a:off x="1956711" y="1252976"/>
            <a:ext cx="7857192" cy="4792774"/>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A3E19FF2-7265-4B43-8D33-FA638DADB662}"/>
              </a:ext>
            </a:extLst>
          </p:cNvPr>
          <p:cNvSpPr txBox="1"/>
          <p:nvPr/>
        </p:nvSpPr>
        <p:spPr>
          <a:xfrm>
            <a:off x="3171263" y="812250"/>
            <a:ext cx="5428089" cy="461665"/>
          </a:xfrm>
          <a:prstGeom prst="rect">
            <a:avLst/>
          </a:prstGeom>
          <a:noFill/>
        </p:spPr>
        <p:txBody>
          <a:bodyPr wrap="none" rtlCol="0">
            <a:spAutoFit/>
          </a:bodyPr>
          <a:lstStyle/>
          <a:p>
            <a:r>
              <a:rPr lang="en-US" sz="2400" dirty="0">
                <a:solidFill>
                  <a:srgbClr val="0070C0"/>
                </a:solidFill>
              </a:rPr>
              <a:t>Drag Coefficients versus Reynolds number</a:t>
            </a:r>
            <a:endParaRPr lang="en-IN" sz="2400" dirty="0">
              <a:solidFill>
                <a:srgbClr val="0070C0"/>
              </a:solidFill>
            </a:endParaRPr>
          </a:p>
        </p:txBody>
      </p:sp>
    </p:spTree>
    <p:extLst>
      <p:ext uri="{BB962C8B-B14F-4D97-AF65-F5344CB8AC3E}">
        <p14:creationId xmlns:p14="http://schemas.microsoft.com/office/powerpoint/2010/main" val="1468597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8E3503-1632-4264-9C9C-31FE62EA16C2}"/>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6584CBCA-35A9-4ECC-8C2D-1103651C48F6}"/>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98FEE02E-9350-41FB-AEAE-EBE67EADFCDF}"/>
              </a:ext>
            </a:extLst>
          </p:cNvPr>
          <p:cNvSpPr>
            <a:spLocks noGrp="1"/>
          </p:cNvSpPr>
          <p:nvPr>
            <p:ph type="sldNum" sz="quarter" idx="13"/>
          </p:nvPr>
        </p:nvSpPr>
        <p:spPr/>
        <p:txBody>
          <a:bodyPr/>
          <a:lstStyle/>
          <a:p>
            <a:fld id="{957D5EAD-A97B-4969-AF6A-47A86C2666CF}" type="slidenum">
              <a:rPr lang="en-IN" smtClean="0"/>
              <a:t>26</a:t>
            </a:fld>
            <a:endParaRPr lang="en-I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69AF6392-2636-41E5-BD60-9A55F3C7547D}"/>
                  </a:ext>
                </a:extLst>
              </p:cNvPr>
              <p:cNvSpPr>
                <a:spLocks noGrp="1"/>
              </p:cNvSpPr>
              <p:nvPr>
                <p:ph sz="quarter" idx="14"/>
              </p:nvPr>
            </p:nvSpPr>
            <p:spPr>
              <a:xfrm>
                <a:off x="562684" y="1147673"/>
                <a:ext cx="10972800" cy="5269006"/>
              </a:xfrm>
            </p:spPr>
            <p:txBody>
              <a:bodyPr>
                <a:normAutofit fontScale="92500" lnSpcReduction="20000"/>
              </a:bodyPr>
              <a:lstStyle/>
              <a:p>
                <a:r>
                  <a:rPr lang="en-US" sz="2400" dirty="0"/>
                  <a:t>Consider particles of two materials A and B settling through a medium of density </a:t>
                </a:r>
                <a14:m>
                  <m:oMath xmlns:m="http://schemas.openxmlformats.org/officeDocument/2006/math">
                    <m:r>
                      <a:rPr lang="en-US" sz="2400" b="0" i="1" smtClean="0">
                        <a:latin typeface="Cambria Math" panose="02040503050406030204" pitchFamily="18" charset="0"/>
                      </a:rPr>
                      <m:t>𝜌</m:t>
                    </m:r>
                  </m:oMath>
                </a14:m>
                <a:r>
                  <a:rPr lang="en-US" sz="2400" dirty="0"/>
                  <a:t>. </a:t>
                </a:r>
              </a:p>
              <a:p>
                <a:pPr marL="0" indent="0">
                  <a:buNone/>
                </a:pPr>
                <a:r>
                  <a:rPr lang="en-US" sz="2400" dirty="0">
                    <a:solidFill>
                      <a:srgbClr val="0070C0"/>
                    </a:solidFill>
                  </a:rPr>
                  <a:t>Stokes’ Law regime: </a:t>
                </a:r>
              </a:p>
              <a:p>
                <a:r>
                  <a:rPr lang="en-US" sz="2400" dirty="0"/>
                  <a:t>The terminal velocity of a particle A under gravity is given by: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𝑡𝐴</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𝑔</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𝐷</m:t>
                              </m:r>
                            </m:e>
                            <m:sub>
                              <m:r>
                                <a:rPr lang="en-US" sz="2400" b="0" i="1" smtClean="0">
                                  <a:latin typeface="Cambria Math" panose="02040503050406030204" pitchFamily="18" charset="0"/>
                                </a:rPr>
                                <m:t>𝑝𝐴</m:t>
                              </m:r>
                            </m:sub>
                            <m:sup>
                              <m:r>
                                <a:rPr lang="en-US" sz="2400" b="0" i="1" smtClean="0">
                                  <a:latin typeface="Cambria Math" panose="02040503050406030204" pitchFamily="18" charset="0"/>
                                </a:rPr>
                                <m:t>2</m:t>
                              </m:r>
                            </m:sup>
                          </m:sSub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𝜌</m:t>
                              </m:r>
                            </m:e>
                            <m:sub>
                              <m:r>
                                <a:rPr lang="en-US" sz="2400" b="0" i="1" smtClean="0">
                                  <a:latin typeface="Cambria Math" panose="02040503050406030204" pitchFamily="18" charset="0"/>
                                </a:rPr>
                                <m:t>𝑝𝐴</m:t>
                              </m:r>
                            </m:sub>
                          </m:sSub>
                          <m:r>
                            <a:rPr lang="en-US" sz="2400" b="0" i="1" smtClean="0">
                              <a:latin typeface="Cambria Math" panose="02040503050406030204" pitchFamily="18" charset="0"/>
                            </a:rPr>
                            <m:t>−</m:t>
                          </m:r>
                          <m:r>
                            <a:rPr lang="en-US" sz="2400" b="0" i="1" smtClean="0">
                              <a:latin typeface="Cambria Math" panose="02040503050406030204" pitchFamily="18" charset="0"/>
                            </a:rPr>
                            <m:t>𝜌</m:t>
                          </m:r>
                          <m:r>
                            <a:rPr lang="en-US" sz="2400" b="0" i="1" smtClean="0">
                              <a:latin typeface="Cambria Math" panose="02040503050406030204" pitchFamily="18" charset="0"/>
                            </a:rPr>
                            <m:t>)</m:t>
                          </m:r>
                        </m:num>
                        <m:den>
                          <m:r>
                            <a:rPr lang="en-US" sz="2400" b="0" i="1" smtClean="0">
                              <a:latin typeface="Cambria Math" panose="02040503050406030204" pitchFamily="18" charset="0"/>
                            </a:rPr>
                            <m:t>18</m:t>
                          </m:r>
                          <m:r>
                            <a:rPr lang="en-US" sz="2400" b="0" i="1" smtClean="0">
                              <a:latin typeface="Cambria Math" panose="02040503050406030204" pitchFamily="18" charset="0"/>
                            </a:rPr>
                            <m:t>𝜇</m:t>
                          </m:r>
                        </m:den>
                      </m:f>
                    </m:oMath>
                  </m:oMathPara>
                </a14:m>
                <a:endParaRPr lang="en-IN" sz="2400" dirty="0"/>
              </a:p>
              <a:p>
                <a:endParaRPr lang="en-US" sz="2400" dirty="0"/>
              </a:p>
              <a:p>
                <a:r>
                  <a:rPr lang="en-US" sz="2400" dirty="0"/>
                  <a:t>The terminal velocity of a particle B under gravity is given by: </a:t>
                </a:r>
              </a:p>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i="1">
                              <a:latin typeface="Cambria Math" panose="02040503050406030204" pitchFamily="18" charset="0"/>
                            </a:rPr>
                            <m:t>𝑡𝐵</m:t>
                          </m:r>
                        </m:sub>
                      </m:sSub>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𝑔</m:t>
                          </m:r>
                          <m:sSubSup>
                            <m:sSubSupPr>
                              <m:ctrlPr>
                                <a:rPr lang="en-US" sz="2400" i="1">
                                  <a:latin typeface="Cambria Math" panose="02040503050406030204" pitchFamily="18" charset="0"/>
                                </a:rPr>
                              </m:ctrlPr>
                            </m:sSubSupPr>
                            <m:e>
                              <m:r>
                                <a:rPr lang="en-US" sz="2400" i="1">
                                  <a:latin typeface="Cambria Math" panose="02040503050406030204" pitchFamily="18" charset="0"/>
                                </a:rPr>
                                <m:t>𝐷</m:t>
                              </m:r>
                            </m:e>
                            <m:sub>
                              <m:r>
                                <a:rPr lang="en-US" sz="2400" i="1">
                                  <a:latin typeface="Cambria Math" panose="02040503050406030204" pitchFamily="18" charset="0"/>
                                </a:rPr>
                                <m:t>𝑝𝐵</m:t>
                              </m:r>
                            </m:sub>
                            <m:sup>
                              <m:r>
                                <a:rPr lang="en-US" sz="2400" i="1">
                                  <a:latin typeface="Cambria Math" panose="02040503050406030204" pitchFamily="18" charset="0"/>
                                </a:rPr>
                                <m:t>2</m:t>
                              </m:r>
                            </m:sup>
                          </m:sSubSup>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i="1">
                                  <a:latin typeface="Cambria Math" panose="02040503050406030204" pitchFamily="18" charset="0"/>
                                </a:rPr>
                                <m:t>𝑝𝐵</m:t>
                              </m:r>
                            </m:sub>
                          </m:sSub>
                          <m:r>
                            <a:rPr lang="en-US" sz="2400" i="1">
                              <a:latin typeface="Cambria Math" panose="02040503050406030204" pitchFamily="18" charset="0"/>
                            </a:rPr>
                            <m:t>−</m:t>
                          </m:r>
                          <m:r>
                            <a:rPr lang="en-US" sz="2400" i="1">
                              <a:latin typeface="Cambria Math" panose="02040503050406030204" pitchFamily="18" charset="0"/>
                            </a:rPr>
                            <m:t>𝜌</m:t>
                          </m:r>
                          <m:r>
                            <a:rPr lang="en-US" sz="2400" i="1">
                              <a:latin typeface="Cambria Math" panose="02040503050406030204" pitchFamily="18" charset="0"/>
                            </a:rPr>
                            <m:t>)</m:t>
                          </m:r>
                        </m:num>
                        <m:den>
                          <m:r>
                            <a:rPr lang="en-US" sz="2400" i="1">
                              <a:latin typeface="Cambria Math" panose="02040503050406030204" pitchFamily="18" charset="0"/>
                            </a:rPr>
                            <m:t>18</m:t>
                          </m:r>
                          <m:r>
                            <a:rPr lang="en-US" sz="2400" i="1">
                              <a:latin typeface="Cambria Math" panose="02040503050406030204" pitchFamily="18" charset="0"/>
                            </a:rPr>
                            <m:t>𝜇</m:t>
                          </m:r>
                        </m:den>
                      </m:f>
                    </m:oMath>
                  </m:oMathPara>
                </a14:m>
                <a:endParaRPr lang="en-IN" sz="2400" dirty="0"/>
              </a:p>
              <a:p>
                <a:r>
                  <a:rPr lang="en-US" sz="2400" dirty="0"/>
                  <a:t>For equal-settling particles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i="1">
                            <a:latin typeface="Cambria Math" panose="02040503050406030204" pitchFamily="18" charset="0"/>
                          </a:rPr>
                          <m:t>𝑡𝐴</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i="1">
                            <a:latin typeface="Cambria Math" panose="02040503050406030204" pitchFamily="18" charset="0"/>
                          </a:rPr>
                          <m:t>𝑡𝐵</m:t>
                        </m:r>
                      </m:sub>
                    </m:sSub>
                  </m:oMath>
                </a14:m>
                <a:r>
                  <a:rPr lang="en-IN" sz="2400" dirty="0"/>
                  <a:t>; </a:t>
                </a:r>
                <a:r>
                  <a:rPr lang="en-IN" sz="2400" dirty="0">
                    <a:solidFill>
                      <a:srgbClr val="0070C0"/>
                    </a:solidFill>
                  </a:rPr>
                  <a:t>the particle diameters are related by:</a:t>
                </a:r>
              </a:p>
              <a:p>
                <a:endParaRPr lang="en-IN" sz="2400" dirty="0"/>
              </a:p>
              <a:p>
                <a:endParaRPr lang="en-IN" sz="2400" dirty="0"/>
              </a:p>
              <a:p>
                <a:pPr marL="0" indent="0">
                  <a:buNone/>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𝐷</m:t>
                              </m:r>
                            </m:e>
                            <m:sub>
                              <m:r>
                                <a:rPr lang="en-US" sz="2400" i="1">
                                  <a:latin typeface="Cambria Math" panose="02040503050406030204" pitchFamily="18" charset="0"/>
                                </a:rPr>
                                <m:t>𝑝𝐴</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𝐷</m:t>
                              </m:r>
                            </m:e>
                            <m:sub>
                              <m:r>
                                <a:rPr lang="en-US" sz="2400" i="1">
                                  <a:latin typeface="Cambria Math" panose="02040503050406030204" pitchFamily="18" charset="0"/>
                                </a:rPr>
                                <m:t>𝑝𝐵</m:t>
                              </m:r>
                            </m:sub>
                          </m:sSub>
                        </m:den>
                      </m:f>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b="0" i="1" smtClean="0">
                                      <a:latin typeface="Cambria Math" panose="02040503050406030204" pitchFamily="18" charset="0"/>
                                    </a:rPr>
                                    <m:t>𝑝</m:t>
                                  </m:r>
                                  <m:r>
                                    <a:rPr lang="en-US" sz="2400" i="1">
                                      <a:latin typeface="Cambria Math" panose="02040503050406030204" pitchFamily="18" charset="0"/>
                                    </a:rPr>
                                    <m:t>𝐵</m:t>
                                  </m:r>
                                </m:sub>
                              </m:sSub>
                              <m:r>
                                <a:rPr lang="en-US" sz="2400" i="1">
                                  <a:latin typeface="Cambria Math" panose="02040503050406030204" pitchFamily="18" charset="0"/>
                                </a:rPr>
                                <m:t>−</m:t>
                              </m:r>
                              <m:r>
                                <a:rPr lang="en-US" sz="2400" i="1">
                                  <a:latin typeface="Cambria Math" panose="02040503050406030204" pitchFamily="18" charset="0"/>
                                </a:rPr>
                                <m:t>𝜌</m:t>
                              </m:r>
                            </m:num>
                            <m:den>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b="0" i="1" smtClean="0">
                                      <a:latin typeface="Cambria Math" panose="02040503050406030204" pitchFamily="18" charset="0"/>
                                    </a:rPr>
                                    <m:t>𝑝</m:t>
                                  </m:r>
                                  <m:r>
                                    <a:rPr lang="en-US" sz="2400" i="1">
                                      <a:latin typeface="Cambria Math" panose="02040503050406030204" pitchFamily="18" charset="0"/>
                                    </a:rPr>
                                    <m:t>𝐴</m:t>
                                  </m:r>
                                </m:sub>
                              </m:sSub>
                              <m:r>
                                <a:rPr lang="en-US" sz="2400" i="1">
                                  <a:latin typeface="Cambria Math" panose="02040503050406030204" pitchFamily="18" charset="0"/>
                                </a:rPr>
                                <m:t>−</m:t>
                              </m:r>
                              <m:r>
                                <a:rPr lang="en-US" sz="2400" i="1">
                                  <a:latin typeface="Cambria Math" panose="02040503050406030204" pitchFamily="18" charset="0"/>
                                </a:rPr>
                                <m:t>𝜌</m:t>
                              </m:r>
                            </m:den>
                          </m:f>
                        </m:e>
                      </m:rad>
                    </m:oMath>
                  </m:oMathPara>
                </a14:m>
                <a:endParaRPr lang="en-IN" sz="2400" dirty="0"/>
              </a:p>
              <a:p>
                <a:pPr marL="0" indent="0">
                  <a:buNone/>
                </a:pPr>
                <a:endParaRPr lang="en-IN" sz="2400" dirty="0"/>
              </a:p>
            </p:txBody>
          </p:sp>
        </mc:Choice>
        <mc:Fallback xmlns="">
          <p:sp>
            <p:nvSpPr>
              <p:cNvPr id="5" name="Content Placeholder 4">
                <a:extLst>
                  <a:ext uri="{FF2B5EF4-FFF2-40B4-BE49-F238E27FC236}">
                    <a16:creationId xmlns:a16="http://schemas.microsoft.com/office/drawing/2014/main" id="{69AF6392-2636-41E5-BD60-9A55F3C7547D}"/>
                  </a:ext>
                </a:extLst>
              </p:cNvPr>
              <p:cNvSpPr>
                <a:spLocks noGrp="1" noRot="1" noChangeAspect="1" noMove="1" noResize="1" noEditPoints="1" noAdjustHandles="1" noChangeArrowheads="1" noChangeShapeType="1" noTextEdit="1"/>
              </p:cNvSpPr>
              <p:nvPr>
                <p:ph sz="quarter" idx="14"/>
              </p:nvPr>
            </p:nvSpPr>
            <p:spPr>
              <a:xfrm>
                <a:off x="562684" y="1147673"/>
                <a:ext cx="10972800" cy="5269006"/>
              </a:xfrm>
              <a:blipFill>
                <a:blip r:embed="rId2"/>
                <a:stretch>
                  <a:fillRect l="-722" t="-1850"/>
                </a:stretch>
              </a:blipFill>
            </p:spPr>
            <p:txBody>
              <a:bodyPr/>
              <a:lstStyle/>
              <a:p>
                <a:r>
                  <a:rPr lang="en-IN">
                    <a:noFill/>
                  </a:rPr>
                  <a:t> </a:t>
                </a:r>
              </a:p>
            </p:txBody>
          </p:sp>
        </mc:Fallback>
      </mc:AlternateContent>
      <p:sp>
        <p:nvSpPr>
          <p:cNvPr id="6" name="Title 5">
            <a:extLst>
              <a:ext uri="{FF2B5EF4-FFF2-40B4-BE49-F238E27FC236}">
                <a16:creationId xmlns:a16="http://schemas.microsoft.com/office/drawing/2014/main" id="{6CBFBAA6-C48F-41B1-9056-402F9DA50866}"/>
              </a:ext>
            </a:extLst>
          </p:cNvPr>
          <p:cNvSpPr>
            <a:spLocks noGrp="1"/>
          </p:cNvSpPr>
          <p:nvPr>
            <p:ph type="title"/>
          </p:nvPr>
        </p:nvSpPr>
        <p:spPr/>
        <p:txBody>
          <a:bodyPr>
            <a:normAutofit/>
          </a:bodyPr>
          <a:lstStyle/>
          <a:p>
            <a:r>
              <a:rPr lang="en-US" dirty="0">
                <a:solidFill>
                  <a:srgbClr val="C00000"/>
                </a:solidFill>
              </a:rPr>
              <a:t>Differential settling methods</a:t>
            </a:r>
            <a:endParaRPr lang="en-IN"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C5DE3E6-A26D-412A-BFB3-FC62A8BFCA49}"/>
                  </a:ext>
                </a:extLst>
              </p:cNvPr>
              <p:cNvSpPr txBox="1"/>
              <p:nvPr/>
            </p:nvSpPr>
            <p:spPr>
              <a:xfrm>
                <a:off x="9258299" y="2215313"/>
                <a:ext cx="2933701" cy="1370760"/>
              </a:xfrm>
              <a:prstGeom prst="rect">
                <a:avLst/>
              </a:prstGeom>
              <a:noFill/>
              <a:ln>
                <a:solidFill>
                  <a:schemeClr val="tx1"/>
                </a:solidFill>
              </a:ln>
            </p:spPr>
            <p:txBody>
              <a:bodyPr wrap="square" rtlCol="0">
                <a:spAutoFit/>
              </a:bodyPr>
              <a:lstStyle/>
              <a:p>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𝐷</m:t>
                        </m:r>
                      </m:e>
                      <m:sub>
                        <m:r>
                          <a:rPr lang="en-US" sz="2000" b="0" i="1" smtClean="0">
                            <a:latin typeface="Cambria Math" panose="02040503050406030204" pitchFamily="18" charset="0"/>
                          </a:rPr>
                          <m:t>𝑝</m:t>
                        </m:r>
                      </m:sub>
                    </m:sSub>
                  </m:oMath>
                </a14:m>
                <a:r>
                  <a:rPr lang="en-IN" sz="2000" dirty="0"/>
                  <a:t> = Particle size</a:t>
                </a:r>
              </a:p>
              <a:p>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𝜌</m:t>
                        </m:r>
                      </m:e>
                      <m:sub>
                        <m:r>
                          <a:rPr lang="en-US" sz="2000" b="0" i="1" smtClean="0">
                            <a:latin typeface="Cambria Math" panose="02040503050406030204" pitchFamily="18" charset="0"/>
                          </a:rPr>
                          <m:t>𝑝</m:t>
                        </m:r>
                      </m:sub>
                    </m:sSub>
                  </m:oMath>
                </a14:m>
                <a:r>
                  <a:rPr lang="en-IN" sz="2000" dirty="0"/>
                  <a:t> = Particle density</a:t>
                </a:r>
              </a:p>
              <a:p>
                <a14:m>
                  <m:oMath xmlns:m="http://schemas.openxmlformats.org/officeDocument/2006/math">
                    <m:r>
                      <a:rPr lang="en-US" sz="2000" b="0" i="1" smtClean="0">
                        <a:latin typeface="Cambria Math" panose="02040503050406030204" pitchFamily="18" charset="0"/>
                      </a:rPr>
                      <m:t>𝜌</m:t>
                    </m:r>
                  </m:oMath>
                </a14:m>
                <a:r>
                  <a:rPr lang="en-IN" sz="2000" dirty="0"/>
                  <a:t> = density of medium</a:t>
                </a:r>
              </a:p>
              <a:p>
                <a14:m>
                  <m:oMath xmlns:m="http://schemas.openxmlformats.org/officeDocument/2006/math">
                    <m:r>
                      <a:rPr lang="en-US" sz="2000" b="0" i="1" smtClean="0">
                        <a:latin typeface="Cambria Math" panose="02040503050406030204" pitchFamily="18" charset="0"/>
                      </a:rPr>
                      <m:t>𝜇</m:t>
                    </m:r>
                    <m:r>
                      <a:rPr lang="en-US" sz="2000" b="0" i="0" smtClean="0">
                        <a:latin typeface="Cambria Math" panose="02040503050406030204" pitchFamily="18" charset="0"/>
                      </a:rPr>
                      <m:t> </m:t>
                    </m:r>
                  </m:oMath>
                </a14:m>
                <a:r>
                  <a:rPr lang="en-IN" sz="2000" dirty="0"/>
                  <a:t>= viscosity of medium</a:t>
                </a:r>
              </a:p>
            </p:txBody>
          </p:sp>
        </mc:Choice>
        <mc:Fallback xmlns="">
          <p:sp>
            <p:nvSpPr>
              <p:cNvPr id="7" name="TextBox 6">
                <a:extLst>
                  <a:ext uri="{FF2B5EF4-FFF2-40B4-BE49-F238E27FC236}">
                    <a16:creationId xmlns:a16="http://schemas.microsoft.com/office/drawing/2014/main" id="{AC5DE3E6-A26D-412A-BFB3-FC62A8BFCA49}"/>
                  </a:ext>
                </a:extLst>
              </p:cNvPr>
              <p:cNvSpPr txBox="1">
                <a:spLocks noRot="1" noChangeAspect="1" noMove="1" noResize="1" noEditPoints="1" noAdjustHandles="1" noChangeArrowheads="1" noChangeShapeType="1" noTextEdit="1"/>
              </p:cNvSpPr>
              <p:nvPr/>
            </p:nvSpPr>
            <p:spPr>
              <a:xfrm>
                <a:off x="9258299" y="2215313"/>
                <a:ext cx="2933701" cy="1370760"/>
              </a:xfrm>
              <a:prstGeom prst="rect">
                <a:avLst/>
              </a:prstGeom>
              <a:blipFill>
                <a:blip r:embed="rId3"/>
                <a:stretch>
                  <a:fillRect t="-1322" b="-6608"/>
                </a:stretch>
              </a:blipFill>
              <a:ln>
                <a:solidFill>
                  <a:schemeClr val="tx1"/>
                </a:solidFill>
              </a:ln>
            </p:spPr>
            <p:txBody>
              <a:bodyPr/>
              <a:lstStyle/>
              <a:p>
                <a:r>
                  <a:rPr lang="en-IN">
                    <a:noFill/>
                  </a:rPr>
                  <a:t> </a:t>
                </a:r>
              </a:p>
            </p:txBody>
          </p:sp>
        </mc:Fallback>
      </mc:AlternateContent>
      <p:sp>
        <p:nvSpPr>
          <p:cNvPr id="8" name="Rectangle 7">
            <a:extLst>
              <a:ext uri="{FF2B5EF4-FFF2-40B4-BE49-F238E27FC236}">
                <a16:creationId xmlns:a16="http://schemas.microsoft.com/office/drawing/2014/main" id="{0FC1FC27-E070-46EC-96FD-EEBE73C2FF57}"/>
              </a:ext>
            </a:extLst>
          </p:cNvPr>
          <p:cNvSpPr/>
          <p:nvPr/>
        </p:nvSpPr>
        <p:spPr>
          <a:xfrm>
            <a:off x="4734634" y="5094865"/>
            <a:ext cx="2628900" cy="123092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51884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8E3503-1632-4264-9C9C-31FE62EA16C2}"/>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6584CBCA-35A9-4ECC-8C2D-1103651C48F6}"/>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98FEE02E-9350-41FB-AEAE-EBE67EADFCDF}"/>
              </a:ext>
            </a:extLst>
          </p:cNvPr>
          <p:cNvSpPr>
            <a:spLocks noGrp="1"/>
          </p:cNvSpPr>
          <p:nvPr>
            <p:ph type="sldNum" sz="quarter" idx="13"/>
          </p:nvPr>
        </p:nvSpPr>
        <p:spPr/>
        <p:txBody>
          <a:bodyPr/>
          <a:lstStyle/>
          <a:p>
            <a:fld id="{957D5EAD-A97B-4969-AF6A-47A86C2666CF}" type="slidenum">
              <a:rPr lang="en-IN" smtClean="0"/>
              <a:t>27</a:t>
            </a:fld>
            <a:endParaRPr lang="en-I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69AF6392-2636-41E5-BD60-9A55F3C7547D}"/>
                  </a:ext>
                </a:extLst>
              </p:cNvPr>
              <p:cNvSpPr>
                <a:spLocks noGrp="1"/>
              </p:cNvSpPr>
              <p:nvPr>
                <p:ph sz="quarter" idx="14"/>
              </p:nvPr>
            </p:nvSpPr>
            <p:spPr>
              <a:xfrm>
                <a:off x="562684" y="1147672"/>
                <a:ext cx="10972800" cy="5077281"/>
              </a:xfrm>
            </p:spPr>
            <p:txBody>
              <a:bodyPr>
                <a:normAutofit fontScale="85000" lnSpcReduction="10000"/>
              </a:bodyPr>
              <a:lstStyle/>
              <a:p>
                <a:r>
                  <a:rPr lang="en-US" sz="2400" dirty="0"/>
                  <a:t>Consider particles of two materials A and B settling through a medium of density </a:t>
                </a:r>
                <a14:m>
                  <m:oMath xmlns:m="http://schemas.openxmlformats.org/officeDocument/2006/math">
                    <m:r>
                      <a:rPr lang="en-US" sz="2400" b="0" i="1" smtClean="0">
                        <a:latin typeface="Cambria Math" panose="02040503050406030204" pitchFamily="18" charset="0"/>
                      </a:rPr>
                      <m:t>𝜌</m:t>
                    </m:r>
                  </m:oMath>
                </a14:m>
                <a:r>
                  <a:rPr lang="en-US" sz="2400" dirty="0"/>
                  <a:t>. </a:t>
                </a:r>
              </a:p>
              <a:p>
                <a:pPr marL="0" indent="0">
                  <a:buNone/>
                </a:pPr>
                <a:r>
                  <a:rPr lang="en-US" sz="2400" dirty="0">
                    <a:solidFill>
                      <a:srgbClr val="0070C0"/>
                    </a:solidFill>
                  </a:rPr>
                  <a:t>Newtons Law regime: </a:t>
                </a:r>
              </a:p>
              <a:p>
                <a:r>
                  <a:rPr lang="en-US" sz="2400" dirty="0"/>
                  <a:t>The terminal velocity of a particle A under gravity is given by: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𝑡𝐴</m:t>
                          </m:r>
                        </m:sub>
                      </m:sSub>
                      <m:r>
                        <a:rPr lang="en-US" sz="2400" b="0" i="1" smtClean="0">
                          <a:latin typeface="Cambria Math" panose="02040503050406030204" pitchFamily="18" charset="0"/>
                        </a:rPr>
                        <m:t>=1.75</m:t>
                      </m:r>
                      <m:rad>
                        <m:radPr>
                          <m:degHide m:val="on"/>
                          <m:ctrlPr>
                            <a:rPr lang="en-US" sz="2400" b="0" i="1" smtClean="0">
                              <a:latin typeface="Cambria Math" panose="02040503050406030204" pitchFamily="18" charset="0"/>
                            </a:rPr>
                          </m:ctrlPr>
                        </m:radPr>
                        <m:deg/>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𝑔</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𝐷</m:t>
                                  </m:r>
                                </m:e>
                                <m:sub>
                                  <m:r>
                                    <a:rPr lang="en-US" sz="2400" b="0" i="1" smtClean="0">
                                      <a:latin typeface="Cambria Math" panose="02040503050406030204" pitchFamily="18" charset="0"/>
                                    </a:rPr>
                                    <m:t>𝑝𝐴</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𝜌</m:t>
                                  </m:r>
                                </m:e>
                                <m:sub>
                                  <m:r>
                                    <a:rPr lang="en-US" sz="2400" b="0" i="1" smtClean="0">
                                      <a:latin typeface="Cambria Math" panose="02040503050406030204" pitchFamily="18" charset="0"/>
                                    </a:rPr>
                                    <m:t>𝑝𝐴</m:t>
                                  </m:r>
                                </m:sub>
                              </m:sSub>
                              <m:r>
                                <a:rPr lang="en-US" sz="2400" b="0" i="1" smtClean="0">
                                  <a:latin typeface="Cambria Math" panose="02040503050406030204" pitchFamily="18" charset="0"/>
                                </a:rPr>
                                <m:t>−</m:t>
                              </m:r>
                              <m:r>
                                <a:rPr lang="en-US" sz="2400" b="0" i="1" smtClean="0">
                                  <a:latin typeface="Cambria Math" panose="02040503050406030204" pitchFamily="18" charset="0"/>
                                </a:rPr>
                                <m:t>𝜌</m:t>
                              </m:r>
                              <m:r>
                                <a:rPr lang="en-US" sz="2400" b="0" i="1" smtClean="0">
                                  <a:latin typeface="Cambria Math" panose="02040503050406030204" pitchFamily="18" charset="0"/>
                                </a:rPr>
                                <m:t>)</m:t>
                              </m:r>
                            </m:num>
                            <m:den>
                              <m:r>
                                <a:rPr lang="en-US" sz="2400" b="0" i="1" smtClean="0">
                                  <a:latin typeface="Cambria Math" panose="02040503050406030204" pitchFamily="18" charset="0"/>
                                </a:rPr>
                                <m:t>𝜌</m:t>
                              </m:r>
                            </m:den>
                          </m:f>
                        </m:e>
                      </m:rad>
                    </m:oMath>
                  </m:oMathPara>
                </a14:m>
                <a:endParaRPr lang="en-IN" sz="2400" dirty="0"/>
              </a:p>
              <a:p>
                <a:endParaRPr lang="en-US" sz="2400" dirty="0"/>
              </a:p>
              <a:p>
                <a:r>
                  <a:rPr lang="en-US" sz="2400" dirty="0"/>
                  <a:t>The terminal velocity of a particle B under gravity is given by: </a:t>
                </a:r>
              </a:p>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i="1">
                              <a:latin typeface="Cambria Math" panose="02040503050406030204" pitchFamily="18" charset="0"/>
                            </a:rPr>
                            <m:t>𝑡</m:t>
                          </m:r>
                          <m:r>
                            <a:rPr lang="en-US" sz="2400" b="0" i="1" smtClean="0">
                              <a:latin typeface="Cambria Math" panose="02040503050406030204" pitchFamily="18" charset="0"/>
                            </a:rPr>
                            <m:t>𝐵</m:t>
                          </m:r>
                        </m:sub>
                      </m:sSub>
                      <m:r>
                        <a:rPr lang="en-US" sz="2400" i="1">
                          <a:latin typeface="Cambria Math" panose="02040503050406030204" pitchFamily="18" charset="0"/>
                        </a:rPr>
                        <m:t>=1.75</m:t>
                      </m:r>
                      <m:rad>
                        <m:radPr>
                          <m:degHide m:val="on"/>
                          <m:ctrlPr>
                            <a:rPr lang="en-US" sz="2400" i="1">
                              <a:latin typeface="Cambria Math" panose="02040503050406030204" pitchFamily="18" charset="0"/>
                            </a:rPr>
                          </m:ctrlPr>
                        </m:radPr>
                        <m:deg/>
                        <m:e>
                          <m:f>
                            <m:fPr>
                              <m:ctrlPr>
                                <a:rPr lang="en-US" sz="2400" i="1">
                                  <a:latin typeface="Cambria Math" panose="02040503050406030204" pitchFamily="18" charset="0"/>
                                </a:rPr>
                              </m:ctrlPr>
                            </m:fPr>
                            <m:num>
                              <m:r>
                                <a:rPr lang="en-US" sz="2400" i="1">
                                  <a:latin typeface="Cambria Math" panose="02040503050406030204" pitchFamily="18" charset="0"/>
                                </a:rPr>
                                <m:t>𝑔</m:t>
                              </m:r>
                              <m:sSub>
                                <m:sSubPr>
                                  <m:ctrlPr>
                                    <a:rPr lang="en-US" sz="2400" i="1">
                                      <a:latin typeface="Cambria Math" panose="02040503050406030204" pitchFamily="18" charset="0"/>
                                    </a:rPr>
                                  </m:ctrlPr>
                                </m:sSubPr>
                                <m:e>
                                  <m:r>
                                    <a:rPr lang="en-US" sz="2400" i="1">
                                      <a:latin typeface="Cambria Math" panose="02040503050406030204" pitchFamily="18" charset="0"/>
                                    </a:rPr>
                                    <m:t>𝐷</m:t>
                                  </m:r>
                                </m:e>
                                <m:sub>
                                  <m:r>
                                    <a:rPr lang="en-US" sz="2400" i="1">
                                      <a:latin typeface="Cambria Math" panose="02040503050406030204" pitchFamily="18" charset="0"/>
                                    </a:rPr>
                                    <m:t>𝑝</m:t>
                                  </m:r>
                                  <m:r>
                                    <a:rPr lang="en-US" sz="2400" b="0" i="1" smtClean="0">
                                      <a:latin typeface="Cambria Math" panose="02040503050406030204" pitchFamily="18" charset="0"/>
                                    </a:rPr>
                                    <m:t>𝐵</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i="1">
                                      <a:latin typeface="Cambria Math" panose="02040503050406030204" pitchFamily="18" charset="0"/>
                                    </a:rPr>
                                    <m:t>𝑝</m:t>
                                  </m:r>
                                  <m:r>
                                    <a:rPr lang="en-US" sz="2400" b="0" i="1" smtClean="0">
                                      <a:latin typeface="Cambria Math" panose="02040503050406030204" pitchFamily="18" charset="0"/>
                                    </a:rPr>
                                    <m:t>𝐵</m:t>
                                  </m:r>
                                </m:sub>
                              </m:sSub>
                              <m:r>
                                <a:rPr lang="en-US" sz="2400" i="1">
                                  <a:latin typeface="Cambria Math" panose="02040503050406030204" pitchFamily="18" charset="0"/>
                                </a:rPr>
                                <m:t>−</m:t>
                              </m:r>
                              <m:r>
                                <a:rPr lang="en-US" sz="2400" i="1">
                                  <a:latin typeface="Cambria Math" panose="02040503050406030204" pitchFamily="18" charset="0"/>
                                </a:rPr>
                                <m:t>𝜌</m:t>
                              </m:r>
                              <m:r>
                                <a:rPr lang="en-US" sz="2400" i="1">
                                  <a:latin typeface="Cambria Math" panose="02040503050406030204" pitchFamily="18" charset="0"/>
                                </a:rPr>
                                <m:t>)</m:t>
                              </m:r>
                            </m:num>
                            <m:den>
                              <m:r>
                                <a:rPr lang="en-US" sz="2400" i="1">
                                  <a:latin typeface="Cambria Math" panose="02040503050406030204" pitchFamily="18" charset="0"/>
                                </a:rPr>
                                <m:t>𝜌</m:t>
                              </m:r>
                            </m:den>
                          </m:f>
                        </m:e>
                      </m:rad>
                    </m:oMath>
                  </m:oMathPara>
                </a14:m>
                <a:endParaRPr lang="en-IN" sz="2400" dirty="0"/>
              </a:p>
              <a:p>
                <a:r>
                  <a:rPr lang="en-US" sz="2400" dirty="0"/>
                  <a:t>For equal-settling particles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i="1">
                            <a:latin typeface="Cambria Math" panose="02040503050406030204" pitchFamily="18" charset="0"/>
                          </a:rPr>
                          <m:t>𝑡𝐴</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i="1">
                            <a:latin typeface="Cambria Math" panose="02040503050406030204" pitchFamily="18" charset="0"/>
                          </a:rPr>
                          <m:t>𝑡𝐵</m:t>
                        </m:r>
                      </m:sub>
                    </m:sSub>
                  </m:oMath>
                </a14:m>
                <a:r>
                  <a:rPr lang="en-IN" sz="2400" dirty="0"/>
                  <a:t>: </a:t>
                </a:r>
                <a:r>
                  <a:rPr lang="en-IN" sz="2400" dirty="0">
                    <a:solidFill>
                      <a:srgbClr val="0070C0"/>
                    </a:solidFill>
                  </a:rPr>
                  <a:t>the particle diameters are related by:</a:t>
                </a:r>
              </a:p>
              <a:p>
                <a:endParaRPr lang="en-IN" sz="2400" dirty="0"/>
              </a:p>
              <a:p>
                <a:pPr marL="0" indent="0">
                  <a:buNone/>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𝐷</m:t>
                              </m:r>
                            </m:e>
                            <m:sub>
                              <m:r>
                                <a:rPr lang="en-US" sz="2400" i="1">
                                  <a:latin typeface="Cambria Math" panose="02040503050406030204" pitchFamily="18" charset="0"/>
                                </a:rPr>
                                <m:t>𝑝𝐴</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𝐷</m:t>
                              </m:r>
                            </m:e>
                            <m:sub>
                              <m:r>
                                <a:rPr lang="en-US" sz="2400" i="1">
                                  <a:latin typeface="Cambria Math" panose="02040503050406030204" pitchFamily="18" charset="0"/>
                                </a:rPr>
                                <m:t>𝑝𝐵</m:t>
                              </m:r>
                            </m:sub>
                          </m:sSub>
                        </m:den>
                      </m:f>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b="0" i="1" smtClean="0">
                                  <a:latin typeface="Cambria Math" panose="02040503050406030204" pitchFamily="18" charset="0"/>
                                </a:rPr>
                                <m:t>𝑝</m:t>
                              </m:r>
                              <m:r>
                                <a:rPr lang="en-US" sz="2400" i="1">
                                  <a:latin typeface="Cambria Math" panose="02040503050406030204" pitchFamily="18" charset="0"/>
                                </a:rPr>
                                <m:t>𝐵</m:t>
                              </m:r>
                            </m:sub>
                          </m:sSub>
                          <m:r>
                            <a:rPr lang="en-US" sz="2400" i="1">
                              <a:latin typeface="Cambria Math" panose="02040503050406030204" pitchFamily="18" charset="0"/>
                            </a:rPr>
                            <m:t>−</m:t>
                          </m:r>
                          <m:r>
                            <a:rPr lang="en-US" sz="2400" i="1">
                              <a:latin typeface="Cambria Math" panose="02040503050406030204" pitchFamily="18" charset="0"/>
                            </a:rPr>
                            <m:t>𝜌</m:t>
                          </m:r>
                        </m:num>
                        <m:den>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b="0" i="1" smtClean="0">
                                  <a:latin typeface="Cambria Math" panose="02040503050406030204" pitchFamily="18" charset="0"/>
                                </a:rPr>
                                <m:t>𝑝</m:t>
                              </m:r>
                              <m:r>
                                <a:rPr lang="en-US" sz="2400" i="1">
                                  <a:latin typeface="Cambria Math" panose="02040503050406030204" pitchFamily="18" charset="0"/>
                                </a:rPr>
                                <m:t>𝐴</m:t>
                              </m:r>
                            </m:sub>
                          </m:sSub>
                          <m:r>
                            <a:rPr lang="en-US" sz="2400" i="1">
                              <a:latin typeface="Cambria Math" panose="02040503050406030204" pitchFamily="18" charset="0"/>
                            </a:rPr>
                            <m:t>−</m:t>
                          </m:r>
                          <m:r>
                            <a:rPr lang="en-US" sz="2400" i="1">
                              <a:latin typeface="Cambria Math" panose="02040503050406030204" pitchFamily="18" charset="0"/>
                            </a:rPr>
                            <m:t>𝜌</m:t>
                          </m:r>
                        </m:den>
                      </m:f>
                    </m:oMath>
                  </m:oMathPara>
                </a14:m>
                <a:endParaRPr lang="en-IN" sz="2400" dirty="0"/>
              </a:p>
              <a:p>
                <a:pPr marL="0" indent="0">
                  <a:buNone/>
                </a:pPr>
                <a:endParaRPr lang="en-IN" sz="2400" dirty="0"/>
              </a:p>
            </p:txBody>
          </p:sp>
        </mc:Choice>
        <mc:Fallback xmlns="">
          <p:sp>
            <p:nvSpPr>
              <p:cNvPr id="5" name="Content Placeholder 4">
                <a:extLst>
                  <a:ext uri="{FF2B5EF4-FFF2-40B4-BE49-F238E27FC236}">
                    <a16:creationId xmlns:a16="http://schemas.microsoft.com/office/drawing/2014/main" id="{69AF6392-2636-41E5-BD60-9A55F3C7547D}"/>
                  </a:ext>
                </a:extLst>
              </p:cNvPr>
              <p:cNvSpPr>
                <a:spLocks noGrp="1" noRot="1" noChangeAspect="1" noMove="1" noResize="1" noEditPoints="1" noAdjustHandles="1" noChangeArrowheads="1" noChangeShapeType="1" noTextEdit="1"/>
              </p:cNvSpPr>
              <p:nvPr>
                <p:ph sz="quarter" idx="14"/>
              </p:nvPr>
            </p:nvSpPr>
            <p:spPr>
              <a:xfrm>
                <a:off x="562684" y="1147672"/>
                <a:ext cx="10972800" cy="5077281"/>
              </a:xfrm>
              <a:blipFill>
                <a:blip r:embed="rId2"/>
                <a:stretch>
                  <a:fillRect l="-578" t="-1496"/>
                </a:stretch>
              </a:blipFill>
            </p:spPr>
            <p:txBody>
              <a:bodyPr/>
              <a:lstStyle/>
              <a:p>
                <a:r>
                  <a:rPr lang="en-US">
                    <a:noFill/>
                  </a:rPr>
                  <a:t> </a:t>
                </a:r>
              </a:p>
            </p:txBody>
          </p:sp>
        </mc:Fallback>
      </mc:AlternateContent>
      <p:sp>
        <p:nvSpPr>
          <p:cNvPr id="6" name="Title 5">
            <a:extLst>
              <a:ext uri="{FF2B5EF4-FFF2-40B4-BE49-F238E27FC236}">
                <a16:creationId xmlns:a16="http://schemas.microsoft.com/office/drawing/2014/main" id="{6CBFBAA6-C48F-41B1-9056-402F9DA50866}"/>
              </a:ext>
            </a:extLst>
          </p:cNvPr>
          <p:cNvSpPr>
            <a:spLocks noGrp="1"/>
          </p:cNvSpPr>
          <p:nvPr>
            <p:ph type="title"/>
          </p:nvPr>
        </p:nvSpPr>
        <p:spPr/>
        <p:txBody>
          <a:bodyPr>
            <a:normAutofit/>
          </a:bodyPr>
          <a:lstStyle/>
          <a:p>
            <a:r>
              <a:rPr lang="en-US" dirty="0">
                <a:solidFill>
                  <a:srgbClr val="C00000"/>
                </a:solidFill>
              </a:rPr>
              <a:t>Differential settling methods</a:t>
            </a:r>
            <a:endParaRPr lang="en-IN"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C5DE3E6-A26D-412A-BFB3-FC62A8BFCA49}"/>
                  </a:ext>
                </a:extLst>
              </p:cNvPr>
              <p:cNvSpPr txBox="1"/>
              <p:nvPr/>
            </p:nvSpPr>
            <p:spPr>
              <a:xfrm>
                <a:off x="9258299" y="2215313"/>
                <a:ext cx="2933701" cy="1370760"/>
              </a:xfrm>
              <a:prstGeom prst="rect">
                <a:avLst/>
              </a:prstGeom>
              <a:noFill/>
              <a:ln>
                <a:solidFill>
                  <a:schemeClr val="tx1"/>
                </a:solidFill>
              </a:ln>
            </p:spPr>
            <p:txBody>
              <a:bodyPr wrap="square" rtlCol="0">
                <a:spAutoFit/>
              </a:bodyPr>
              <a:lstStyle/>
              <a:p>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𝐷</m:t>
                        </m:r>
                      </m:e>
                      <m:sub>
                        <m:r>
                          <a:rPr lang="en-US" sz="2000" b="0" i="1" smtClean="0">
                            <a:latin typeface="Cambria Math" panose="02040503050406030204" pitchFamily="18" charset="0"/>
                          </a:rPr>
                          <m:t>𝑝</m:t>
                        </m:r>
                      </m:sub>
                    </m:sSub>
                  </m:oMath>
                </a14:m>
                <a:r>
                  <a:rPr lang="en-IN" sz="2000" dirty="0"/>
                  <a:t> = Particle size</a:t>
                </a:r>
              </a:p>
              <a:p>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𝜌</m:t>
                        </m:r>
                      </m:e>
                      <m:sub>
                        <m:r>
                          <a:rPr lang="en-US" sz="2000" b="0" i="1" smtClean="0">
                            <a:latin typeface="Cambria Math" panose="02040503050406030204" pitchFamily="18" charset="0"/>
                          </a:rPr>
                          <m:t>𝑝</m:t>
                        </m:r>
                      </m:sub>
                    </m:sSub>
                  </m:oMath>
                </a14:m>
                <a:r>
                  <a:rPr lang="en-IN" sz="2000" dirty="0"/>
                  <a:t> = Particle density</a:t>
                </a:r>
              </a:p>
              <a:p>
                <a14:m>
                  <m:oMath xmlns:m="http://schemas.openxmlformats.org/officeDocument/2006/math">
                    <m:r>
                      <a:rPr lang="en-US" sz="2000" b="0" i="1" smtClean="0">
                        <a:latin typeface="Cambria Math" panose="02040503050406030204" pitchFamily="18" charset="0"/>
                      </a:rPr>
                      <m:t>𝜌</m:t>
                    </m:r>
                  </m:oMath>
                </a14:m>
                <a:r>
                  <a:rPr lang="en-IN" sz="2000" dirty="0"/>
                  <a:t> = density of medium</a:t>
                </a:r>
              </a:p>
              <a:p>
                <a14:m>
                  <m:oMath xmlns:m="http://schemas.openxmlformats.org/officeDocument/2006/math">
                    <m:r>
                      <a:rPr lang="en-US" sz="2000" b="0" i="1" smtClean="0">
                        <a:latin typeface="Cambria Math" panose="02040503050406030204" pitchFamily="18" charset="0"/>
                      </a:rPr>
                      <m:t>𝜇</m:t>
                    </m:r>
                    <m:r>
                      <a:rPr lang="en-US" sz="2000" b="0" i="0" smtClean="0">
                        <a:latin typeface="Cambria Math" panose="02040503050406030204" pitchFamily="18" charset="0"/>
                      </a:rPr>
                      <m:t> </m:t>
                    </m:r>
                  </m:oMath>
                </a14:m>
                <a:r>
                  <a:rPr lang="en-IN" sz="2000" dirty="0"/>
                  <a:t>= viscosity of medium</a:t>
                </a:r>
              </a:p>
            </p:txBody>
          </p:sp>
        </mc:Choice>
        <mc:Fallback xmlns="">
          <p:sp>
            <p:nvSpPr>
              <p:cNvPr id="7" name="TextBox 6">
                <a:extLst>
                  <a:ext uri="{FF2B5EF4-FFF2-40B4-BE49-F238E27FC236}">
                    <a16:creationId xmlns:a16="http://schemas.microsoft.com/office/drawing/2014/main" id="{AC5DE3E6-A26D-412A-BFB3-FC62A8BFCA49}"/>
                  </a:ext>
                </a:extLst>
              </p:cNvPr>
              <p:cNvSpPr txBox="1">
                <a:spLocks noRot="1" noChangeAspect="1" noMove="1" noResize="1" noEditPoints="1" noAdjustHandles="1" noChangeArrowheads="1" noChangeShapeType="1" noTextEdit="1"/>
              </p:cNvSpPr>
              <p:nvPr/>
            </p:nvSpPr>
            <p:spPr>
              <a:xfrm>
                <a:off x="9258299" y="2215313"/>
                <a:ext cx="2933701" cy="1370760"/>
              </a:xfrm>
              <a:prstGeom prst="rect">
                <a:avLst/>
              </a:prstGeom>
              <a:blipFill>
                <a:blip r:embed="rId3"/>
                <a:stretch>
                  <a:fillRect t="-1322" b="-6608"/>
                </a:stretch>
              </a:blipFill>
              <a:ln>
                <a:solidFill>
                  <a:schemeClr val="tx1"/>
                </a:solidFill>
              </a:ln>
            </p:spPr>
            <p:txBody>
              <a:bodyPr/>
              <a:lstStyle/>
              <a:p>
                <a:r>
                  <a:rPr lang="en-IN">
                    <a:noFill/>
                  </a:rPr>
                  <a:t> </a:t>
                </a:r>
              </a:p>
            </p:txBody>
          </p:sp>
        </mc:Fallback>
      </mc:AlternateContent>
      <p:sp>
        <p:nvSpPr>
          <p:cNvPr id="8" name="Rectangle 7">
            <a:extLst>
              <a:ext uri="{FF2B5EF4-FFF2-40B4-BE49-F238E27FC236}">
                <a16:creationId xmlns:a16="http://schemas.microsoft.com/office/drawing/2014/main" id="{C3FC7C2F-E38D-46A6-B437-E716E9E7C2F3}"/>
              </a:ext>
            </a:extLst>
          </p:cNvPr>
          <p:cNvSpPr/>
          <p:nvPr/>
        </p:nvSpPr>
        <p:spPr>
          <a:xfrm>
            <a:off x="4950216" y="5120608"/>
            <a:ext cx="2628900" cy="9443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0186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7" grpId="0" animBg="1"/>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0B7F66-1B05-48AC-8297-D64F9F6099CE}"/>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167DBBED-A032-4011-9AD7-6F7BE474299F}"/>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DCD1AA40-8DF8-475E-939A-BB3363B1C80F}"/>
              </a:ext>
            </a:extLst>
          </p:cNvPr>
          <p:cNvSpPr>
            <a:spLocks noGrp="1"/>
          </p:cNvSpPr>
          <p:nvPr>
            <p:ph type="sldNum" sz="quarter" idx="13"/>
          </p:nvPr>
        </p:nvSpPr>
        <p:spPr/>
        <p:txBody>
          <a:bodyPr/>
          <a:lstStyle/>
          <a:p>
            <a:fld id="{957D5EAD-A97B-4969-AF6A-47A86C2666CF}" type="slidenum">
              <a:rPr lang="en-IN" smtClean="0"/>
              <a:t>28</a:t>
            </a:fld>
            <a:endParaRPr lang="en-IN" dirty="0"/>
          </a:p>
        </p:txBody>
      </p:sp>
      <p:sp>
        <p:nvSpPr>
          <p:cNvPr id="6" name="Title 5">
            <a:extLst>
              <a:ext uri="{FF2B5EF4-FFF2-40B4-BE49-F238E27FC236}">
                <a16:creationId xmlns:a16="http://schemas.microsoft.com/office/drawing/2014/main" id="{6966A1CA-291D-4EA7-936C-8BCA7C8B1A45}"/>
              </a:ext>
            </a:extLst>
          </p:cNvPr>
          <p:cNvSpPr>
            <a:spLocks noGrp="1"/>
          </p:cNvSpPr>
          <p:nvPr>
            <p:ph type="title"/>
          </p:nvPr>
        </p:nvSpPr>
        <p:spPr/>
        <p:txBody>
          <a:bodyPr/>
          <a:lstStyle/>
          <a:p>
            <a:r>
              <a:rPr lang="en-US" dirty="0"/>
              <a:t>Equal Settling Particles</a:t>
            </a:r>
            <a:endParaRPr lang="en-IN" dirty="0"/>
          </a:p>
        </p:txBody>
      </p:sp>
      <p:pic>
        <p:nvPicPr>
          <p:cNvPr id="7" name="Picture 6">
            <a:extLst>
              <a:ext uri="{FF2B5EF4-FFF2-40B4-BE49-F238E27FC236}">
                <a16:creationId xmlns:a16="http://schemas.microsoft.com/office/drawing/2014/main" id="{051505CA-616F-4E84-A3DE-518BE24FC727}"/>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5793616" y="1417161"/>
            <a:ext cx="5887967" cy="4782564"/>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1972E4A7-B88F-4C15-92FA-3C21AF8A1CFD}"/>
              </a:ext>
            </a:extLst>
          </p:cNvPr>
          <p:cNvSpPr txBox="1"/>
          <p:nvPr/>
        </p:nvSpPr>
        <p:spPr>
          <a:xfrm>
            <a:off x="3863998" y="811038"/>
            <a:ext cx="8445574" cy="707886"/>
          </a:xfrm>
          <a:prstGeom prst="rect">
            <a:avLst/>
          </a:prstGeom>
          <a:noFill/>
        </p:spPr>
        <p:txBody>
          <a:bodyPr wrap="square" rtlCol="0">
            <a:spAutoFit/>
          </a:bodyPr>
          <a:lstStyle/>
          <a:p>
            <a:r>
              <a:rPr lang="en-US" sz="2000" dirty="0"/>
              <a:t>Terminal velocity versus Particle diameter in the intermediate regime between Stokes’ Law and Newton’s Law</a:t>
            </a:r>
            <a:endParaRPr lang="en-IN" sz="2000" dirty="0"/>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7E2EEB47-106E-024D-B722-8A20FED104AB}"/>
                  </a:ext>
                </a:extLst>
              </p14:cNvPr>
              <p14:cNvContentPartPr/>
              <p14:nvPr/>
            </p14:nvContentPartPr>
            <p14:xfrm>
              <a:off x="914040" y="1067040"/>
              <a:ext cx="10382760" cy="5187240"/>
            </p14:xfrm>
          </p:contentPart>
        </mc:Choice>
        <mc:Fallback xmlns="">
          <p:pic>
            <p:nvPicPr>
              <p:cNvPr id="5" name="Ink 4">
                <a:extLst>
                  <a:ext uri="{FF2B5EF4-FFF2-40B4-BE49-F238E27FC236}">
                    <a16:creationId xmlns:a16="http://schemas.microsoft.com/office/drawing/2014/main" id="{7E2EEB47-106E-024D-B722-8A20FED104AB}"/>
                  </a:ext>
                </a:extLst>
              </p:cNvPr>
              <p:cNvPicPr/>
              <p:nvPr/>
            </p:nvPicPr>
            <p:blipFill>
              <a:blip r:embed="rId5"/>
              <a:stretch>
                <a:fillRect/>
              </a:stretch>
            </p:blipFill>
            <p:spPr>
              <a:xfrm>
                <a:off x="897840" y="1050840"/>
                <a:ext cx="10415160" cy="5212800"/>
              </a:xfrm>
              <a:prstGeom prst="rect">
                <a:avLst/>
              </a:prstGeom>
            </p:spPr>
          </p:pic>
        </mc:Fallback>
      </mc:AlternateContent>
    </p:spTree>
    <p:extLst>
      <p:ext uri="{BB962C8B-B14F-4D97-AF65-F5344CB8AC3E}">
        <p14:creationId xmlns:p14="http://schemas.microsoft.com/office/powerpoint/2010/main" val="25591267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D0A8CD-28C2-46C8-8088-4CB58B31F98B}"/>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D0A73C30-621A-4FB1-BE50-C593463FAA34}"/>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D6EC80A2-4526-45D6-A941-8D62FB6F3CD8}"/>
              </a:ext>
            </a:extLst>
          </p:cNvPr>
          <p:cNvSpPr>
            <a:spLocks noGrp="1"/>
          </p:cNvSpPr>
          <p:nvPr>
            <p:ph type="sldNum" sz="quarter" idx="13"/>
          </p:nvPr>
        </p:nvSpPr>
        <p:spPr/>
        <p:txBody>
          <a:bodyPr/>
          <a:lstStyle/>
          <a:p>
            <a:fld id="{957D5EAD-A97B-4969-AF6A-47A86C2666CF}" type="slidenum">
              <a:rPr lang="en-IN" smtClean="0"/>
              <a:t>29</a:t>
            </a:fld>
            <a:endParaRPr lang="en-IN" dirty="0"/>
          </a:p>
        </p:txBody>
      </p:sp>
      <p:sp>
        <p:nvSpPr>
          <p:cNvPr id="5" name="Content Placeholder 4">
            <a:extLst>
              <a:ext uri="{FF2B5EF4-FFF2-40B4-BE49-F238E27FC236}">
                <a16:creationId xmlns:a16="http://schemas.microsoft.com/office/drawing/2014/main" id="{BBF61C02-584B-4036-A2A0-4FEEEF51100D}"/>
              </a:ext>
            </a:extLst>
          </p:cNvPr>
          <p:cNvSpPr>
            <a:spLocks noGrp="1"/>
          </p:cNvSpPr>
          <p:nvPr>
            <p:ph sz="quarter" idx="14"/>
          </p:nvPr>
        </p:nvSpPr>
        <p:spPr/>
        <p:txBody>
          <a:bodyPr>
            <a:normAutofit/>
          </a:bodyPr>
          <a:lstStyle/>
          <a:p>
            <a:r>
              <a:rPr lang="en-US" sz="2800" dirty="0"/>
              <a:t>Gravity separation under hindered settling conditions is often used to convert a dilute slurry of fine particles into a clarified liquid and a concentrated suspension.</a:t>
            </a:r>
          </a:p>
          <a:p>
            <a:endParaRPr lang="en-US" sz="2800" dirty="0"/>
          </a:p>
          <a:p>
            <a:r>
              <a:rPr lang="en-US" sz="2800" dirty="0"/>
              <a:t>This process is carried out in large open tanks called thickeners or clarifiers.</a:t>
            </a:r>
          </a:p>
          <a:p>
            <a:endParaRPr lang="en-US" sz="2800" dirty="0"/>
          </a:p>
          <a:p>
            <a:r>
              <a:rPr lang="en-US" sz="2800" dirty="0"/>
              <a:t>The clarified liquid is free or nearly free of suspended particles, and it may be reused as process water or discharged as waste.</a:t>
            </a:r>
            <a:endParaRPr lang="en-IN" sz="2800" dirty="0"/>
          </a:p>
        </p:txBody>
      </p:sp>
      <p:sp>
        <p:nvSpPr>
          <p:cNvPr id="6" name="Title 5">
            <a:extLst>
              <a:ext uri="{FF2B5EF4-FFF2-40B4-BE49-F238E27FC236}">
                <a16:creationId xmlns:a16="http://schemas.microsoft.com/office/drawing/2014/main" id="{6E526498-87DF-479D-A33D-AA71C405B219}"/>
              </a:ext>
            </a:extLst>
          </p:cNvPr>
          <p:cNvSpPr>
            <a:spLocks noGrp="1"/>
          </p:cNvSpPr>
          <p:nvPr>
            <p:ph type="title"/>
          </p:nvPr>
        </p:nvSpPr>
        <p:spPr/>
        <p:txBody>
          <a:bodyPr/>
          <a:lstStyle/>
          <a:p>
            <a:r>
              <a:rPr lang="en-US" dirty="0"/>
              <a:t>Clarifier and Thickeners</a:t>
            </a:r>
            <a:endParaRPr lang="en-IN" dirty="0"/>
          </a:p>
        </p:txBody>
      </p:sp>
    </p:spTree>
    <p:extLst>
      <p:ext uri="{BB962C8B-B14F-4D97-AF65-F5344CB8AC3E}">
        <p14:creationId xmlns:p14="http://schemas.microsoft.com/office/powerpoint/2010/main" val="2664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631E53-8334-4735-8A47-779125E739A7}"/>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6D05B16E-4C66-48B3-A0E6-783EFD33301F}"/>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83357CB4-BC8C-4942-B720-C11CEBBC89F4}"/>
              </a:ext>
            </a:extLst>
          </p:cNvPr>
          <p:cNvSpPr>
            <a:spLocks noGrp="1"/>
          </p:cNvSpPr>
          <p:nvPr>
            <p:ph type="sldNum" sz="quarter" idx="13"/>
          </p:nvPr>
        </p:nvSpPr>
        <p:spPr/>
        <p:txBody>
          <a:bodyPr/>
          <a:lstStyle/>
          <a:p>
            <a:fld id="{957D5EAD-A97B-4969-AF6A-47A86C2666CF}" type="slidenum">
              <a:rPr lang="en-IN" smtClean="0"/>
              <a:t>30</a:t>
            </a:fld>
            <a:endParaRPr lang="en-IN" dirty="0"/>
          </a:p>
        </p:txBody>
      </p:sp>
      <p:sp>
        <p:nvSpPr>
          <p:cNvPr id="5" name="Content Placeholder 4">
            <a:extLst>
              <a:ext uri="{FF2B5EF4-FFF2-40B4-BE49-F238E27FC236}">
                <a16:creationId xmlns:a16="http://schemas.microsoft.com/office/drawing/2014/main" id="{D1F86A6A-F478-42FF-B30A-3A1F9A951503}"/>
              </a:ext>
            </a:extLst>
          </p:cNvPr>
          <p:cNvSpPr>
            <a:spLocks noGrp="1"/>
          </p:cNvSpPr>
          <p:nvPr>
            <p:ph sz="quarter" idx="14"/>
          </p:nvPr>
        </p:nvSpPr>
        <p:spPr/>
        <p:txBody>
          <a:bodyPr>
            <a:normAutofit/>
          </a:bodyPr>
          <a:lstStyle/>
          <a:p>
            <a:pPr marL="0" indent="0">
              <a:buNone/>
            </a:pPr>
            <a:r>
              <a:rPr lang="en-US" sz="2400" dirty="0">
                <a:solidFill>
                  <a:srgbClr val="0070C0"/>
                </a:solidFill>
              </a:rPr>
              <a:t>Flocculation</a:t>
            </a:r>
          </a:p>
          <a:p>
            <a:r>
              <a:rPr lang="en-US" sz="2400" dirty="0"/>
              <a:t>If the solids in a suspension are mainly individual particles only a few micrometers in diameter, the gravity settling rate would be very low and perhaps too low for practical operation. </a:t>
            </a:r>
          </a:p>
          <a:p>
            <a:r>
              <a:rPr lang="en-US" sz="2400" dirty="0"/>
              <a:t>In many fine suspensions, the particles form agglomerates or clusters of particles that settle at reasonable rates. </a:t>
            </a:r>
          </a:p>
          <a:p>
            <a:r>
              <a:rPr lang="en-US" sz="2400" dirty="0"/>
              <a:t>Agglomeration is sometimes promoted by adding flocculating agents</a:t>
            </a:r>
          </a:p>
          <a:p>
            <a:pPr lvl="1"/>
            <a:r>
              <a:rPr lang="en-US" sz="2000" dirty="0"/>
              <a:t> strong electrolytes, which reduce the repulsive forces between the charged particles, or polymeric flocculants that may be cationic, anionic, or nonionic in character. </a:t>
            </a:r>
          </a:p>
          <a:p>
            <a:r>
              <a:rPr lang="en-US" sz="2400" dirty="0"/>
              <a:t>Flocculation is also carried out by adding inexpensive materials </a:t>
            </a:r>
          </a:p>
          <a:p>
            <a:pPr lvl="1"/>
            <a:r>
              <a:rPr lang="en-US" sz="2000" dirty="0"/>
              <a:t>such as lime, alumina, or sodium silicate, which form loose agglomerates that carry fines down with them. </a:t>
            </a:r>
            <a:endParaRPr lang="en-IN" sz="2000" dirty="0"/>
          </a:p>
        </p:txBody>
      </p:sp>
      <p:sp>
        <p:nvSpPr>
          <p:cNvPr id="6" name="Title 5">
            <a:extLst>
              <a:ext uri="{FF2B5EF4-FFF2-40B4-BE49-F238E27FC236}">
                <a16:creationId xmlns:a16="http://schemas.microsoft.com/office/drawing/2014/main" id="{2A1B23CF-2442-43E4-AF00-2F0D5C966DE1}"/>
              </a:ext>
            </a:extLst>
          </p:cNvPr>
          <p:cNvSpPr>
            <a:spLocks noGrp="1"/>
          </p:cNvSpPr>
          <p:nvPr>
            <p:ph type="title"/>
          </p:nvPr>
        </p:nvSpPr>
        <p:spPr/>
        <p:txBody>
          <a:bodyPr/>
          <a:lstStyle/>
          <a:p>
            <a:r>
              <a:rPr lang="en-US" dirty="0"/>
              <a:t>Clarifier and Thickeners</a:t>
            </a:r>
            <a:endParaRPr lang="en-IN" dirty="0"/>
          </a:p>
        </p:txBody>
      </p:sp>
    </p:spTree>
    <p:extLst>
      <p:ext uri="{BB962C8B-B14F-4D97-AF65-F5344CB8AC3E}">
        <p14:creationId xmlns:p14="http://schemas.microsoft.com/office/powerpoint/2010/main" val="3136004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2CB7FA-EB28-4FB1-B473-A21D512A12D1}"/>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D7469FB6-3A26-46DE-A283-88EF5ADAC37B}"/>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174B9AAD-3EC5-46B1-9913-4BEA39590CF1}"/>
              </a:ext>
            </a:extLst>
          </p:cNvPr>
          <p:cNvSpPr>
            <a:spLocks noGrp="1"/>
          </p:cNvSpPr>
          <p:nvPr>
            <p:ph type="sldNum" sz="quarter" idx="13"/>
          </p:nvPr>
        </p:nvSpPr>
        <p:spPr/>
        <p:txBody>
          <a:bodyPr/>
          <a:lstStyle/>
          <a:p>
            <a:fld id="{957D5EAD-A97B-4969-AF6A-47A86C2666CF}" type="slidenum">
              <a:rPr lang="en-IN" smtClean="0"/>
              <a:t>31</a:t>
            </a:fld>
            <a:endParaRPr lang="en-IN" dirty="0"/>
          </a:p>
        </p:txBody>
      </p:sp>
      <p:sp>
        <p:nvSpPr>
          <p:cNvPr id="6" name="Title 5">
            <a:extLst>
              <a:ext uri="{FF2B5EF4-FFF2-40B4-BE49-F238E27FC236}">
                <a16:creationId xmlns:a16="http://schemas.microsoft.com/office/drawing/2014/main" id="{4A39A6E7-720D-4A9C-AE2C-02F3E46226D3}"/>
              </a:ext>
            </a:extLst>
          </p:cNvPr>
          <p:cNvSpPr>
            <a:spLocks noGrp="1"/>
          </p:cNvSpPr>
          <p:nvPr>
            <p:ph type="title"/>
          </p:nvPr>
        </p:nvSpPr>
        <p:spPr/>
        <p:txBody>
          <a:bodyPr/>
          <a:lstStyle/>
          <a:p>
            <a:r>
              <a:rPr lang="en-US" dirty="0"/>
              <a:t>Batch Sedimentation</a:t>
            </a:r>
            <a:endParaRPr lang="en-IN" dirty="0"/>
          </a:p>
        </p:txBody>
      </p:sp>
      <p:pic>
        <p:nvPicPr>
          <p:cNvPr id="7" name="Picture 6">
            <a:extLst>
              <a:ext uri="{FF2B5EF4-FFF2-40B4-BE49-F238E27FC236}">
                <a16:creationId xmlns:a16="http://schemas.microsoft.com/office/drawing/2014/main" id="{2105B7D8-8881-4C08-B581-F494D05E4D86}"/>
              </a:ext>
            </a:extLst>
          </p:cNvPr>
          <p:cNvPicPr>
            <a:picLocks noChangeAspect="1"/>
          </p:cNvPicPr>
          <p:nvPr/>
        </p:nvPicPr>
        <p:blipFill>
          <a:blip r:embed="rId2"/>
          <a:stretch>
            <a:fillRect/>
          </a:stretch>
        </p:blipFill>
        <p:spPr>
          <a:xfrm>
            <a:off x="0" y="2135594"/>
            <a:ext cx="8218646" cy="3280468"/>
          </a:xfrm>
          <a:prstGeom prst="rect">
            <a:avLst/>
          </a:prstGeom>
        </p:spPr>
      </p:pic>
      <p:pic>
        <p:nvPicPr>
          <p:cNvPr id="8" name="Picture 7">
            <a:extLst>
              <a:ext uri="{FF2B5EF4-FFF2-40B4-BE49-F238E27FC236}">
                <a16:creationId xmlns:a16="http://schemas.microsoft.com/office/drawing/2014/main" id="{78E529D8-CE2B-4EF4-8DC0-246D384E27F2}"/>
              </a:ext>
            </a:extLst>
          </p:cNvPr>
          <p:cNvPicPr>
            <a:picLocks noChangeAspect="1"/>
          </p:cNvPicPr>
          <p:nvPr/>
        </p:nvPicPr>
        <p:blipFill>
          <a:blip r:embed="rId3"/>
          <a:stretch>
            <a:fillRect/>
          </a:stretch>
        </p:blipFill>
        <p:spPr>
          <a:xfrm>
            <a:off x="8225692" y="1573792"/>
            <a:ext cx="3966308" cy="4128299"/>
          </a:xfrm>
          <a:prstGeom prst="rect">
            <a:avLst/>
          </a:prstGeom>
        </p:spPr>
      </p:pic>
      <p:sp>
        <p:nvSpPr>
          <p:cNvPr id="9" name="TextBox 8">
            <a:extLst>
              <a:ext uri="{FF2B5EF4-FFF2-40B4-BE49-F238E27FC236}">
                <a16:creationId xmlns:a16="http://schemas.microsoft.com/office/drawing/2014/main" id="{D38917EA-E10F-47B4-A90A-E43E96099E2A}"/>
              </a:ext>
            </a:extLst>
          </p:cNvPr>
          <p:cNvSpPr txBox="1"/>
          <p:nvPr/>
        </p:nvSpPr>
        <p:spPr>
          <a:xfrm>
            <a:off x="0" y="1035735"/>
            <a:ext cx="1802423" cy="646331"/>
          </a:xfrm>
          <a:prstGeom prst="rect">
            <a:avLst/>
          </a:prstGeom>
          <a:noFill/>
        </p:spPr>
        <p:txBody>
          <a:bodyPr wrap="square" rtlCol="0">
            <a:spAutoFit/>
          </a:bodyPr>
          <a:lstStyle/>
          <a:p>
            <a:r>
              <a:rPr lang="en-US" dirty="0"/>
              <a:t>Solids uniformly distributed liquid</a:t>
            </a:r>
            <a:endParaRPr lang="en-IN" dirty="0"/>
          </a:p>
        </p:txBody>
      </p:sp>
      <p:cxnSp>
        <p:nvCxnSpPr>
          <p:cNvPr id="11" name="Straight Arrow Connector 10">
            <a:extLst>
              <a:ext uri="{FF2B5EF4-FFF2-40B4-BE49-F238E27FC236}">
                <a16:creationId xmlns:a16="http://schemas.microsoft.com/office/drawing/2014/main" id="{928D6437-5A7B-4FB8-96A6-B4D71DDC5C16}"/>
              </a:ext>
            </a:extLst>
          </p:cNvPr>
          <p:cNvCxnSpPr>
            <a:cxnSpLocks/>
          </p:cNvCxnSpPr>
          <p:nvPr/>
        </p:nvCxnSpPr>
        <p:spPr>
          <a:xfrm flipV="1">
            <a:off x="844062" y="1749669"/>
            <a:ext cx="0" cy="5451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1C789AA-DFEF-4E24-8FFC-E0AFEC7904C7}"/>
              </a:ext>
            </a:extLst>
          </p:cNvPr>
          <p:cNvCxnSpPr/>
          <p:nvPr/>
        </p:nvCxnSpPr>
        <p:spPr>
          <a:xfrm>
            <a:off x="443999" y="5954149"/>
            <a:ext cx="72771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C5259C2-0B94-4D90-BE7B-0356DBB2024B}"/>
              </a:ext>
            </a:extLst>
          </p:cNvPr>
          <p:cNvSpPr txBox="1"/>
          <p:nvPr/>
        </p:nvSpPr>
        <p:spPr>
          <a:xfrm>
            <a:off x="3638934" y="5970798"/>
            <a:ext cx="1802423" cy="369332"/>
          </a:xfrm>
          <a:prstGeom prst="rect">
            <a:avLst/>
          </a:prstGeom>
          <a:noFill/>
        </p:spPr>
        <p:txBody>
          <a:bodyPr wrap="square" rtlCol="0">
            <a:spAutoFit/>
          </a:bodyPr>
          <a:lstStyle/>
          <a:p>
            <a:r>
              <a:rPr lang="en-US" dirty="0"/>
              <a:t>time</a:t>
            </a:r>
            <a:endParaRPr lang="en-IN" dirty="0"/>
          </a:p>
        </p:txBody>
      </p:sp>
    </p:spTree>
    <p:extLst>
      <p:ext uri="{BB962C8B-B14F-4D97-AF65-F5344CB8AC3E}">
        <p14:creationId xmlns:p14="http://schemas.microsoft.com/office/powerpoint/2010/main" val="1450325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2CB7FA-EB28-4FB1-B473-A21D512A12D1}"/>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D7469FB6-3A26-46DE-A283-88EF5ADAC37B}"/>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174B9AAD-3EC5-46B1-9913-4BEA39590CF1}"/>
              </a:ext>
            </a:extLst>
          </p:cNvPr>
          <p:cNvSpPr>
            <a:spLocks noGrp="1"/>
          </p:cNvSpPr>
          <p:nvPr>
            <p:ph type="sldNum" sz="quarter" idx="13"/>
          </p:nvPr>
        </p:nvSpPr>
        <p:spPr/>
        <p:txBody>
          <a:bodyPr/>
          <a:lstStyle/>
          <a:p>
            <a:fld id="{957D5EAD-A97B-4969-AF6A-47A86C2666CF}" type="slidenum">
              <a:rPr lang="en-IN" smtClean="0"/>
              <a:t>32</a:t>
            </a:fld>
            <a:endParaRPr lang="en-IN" dirty="0"/>
          </a:p>
        </p:txBody>
      </p:sp>
      <p:sp>
        <p:nvSpPr>
          <p:cNvPr id="6" name="Title 5">
            <a:extLst>
              <a:ext uri="{FF2B5EF4-FFF2-40B4-BE49-F238E27FC236}">
                <a16:creationId xmlns:a16="http://schemas.microsoft.com/office/drawing/2014/main" id="{4A39A6E7-720D-4A9C-AE2C-02F3E46226D3}"/>
              </a:ext>
            </a:extLst>
          </p:cNvPr>
          <p:cNvSpPr>
            <a:spLocks noGrp="1"/>
          </p:cNvSpPr>
          <p:nvPr>
            <p:ph type="title"/>
          </p:nvPr>
        </p:nvSpPr>
        <p:spPr/>
        <p:txBody>
          <a:bodyPr/>
          <a:lstStyle/>
          <a:p>
            <a:r>
              <a:rPr lang="en-US" dirty="0"/>
              <a:t>Batch Sedimentation</a:t>
            </a:r>
            <a:endParaRPr lang="en-IN" dirty="0"/>
          </a:p>
        </p:txBody>
      </p:sp>
      <p:pic>
        <p:nvPicPr>
          <p:cNvPr id="5" name="Online Media 4" title="sedimentation">
            <a:hlinkClick r:id="" action="ppaction://media"/>
            <a:extLst>
              <a:ext uri="{FF2B5EF4-FFF2-40B4-BE49-F238E27FC236}">
                <a16:creationId xmlns:a16="http://schemas.microsoft.com/office/drawing/2014/main" id="{78811B0D-1341-4987-DD45-A283D5F47775}"/>
              </a:ext>
            </a:extLst>
          </p:cNvPr>
          <p:cNvPicPr>
            <a:picLocks noRot="1" noChangeAspect="1"/>
          </p:cNvPicPr>
          <p:nvPr>
            <a:videoFile r:link="rId1"/>
          </p:nvPr>
        </p:nvPicPr>
        <p:blipFill>
          <a:blip r:embed="rId3"/>
          <a:stretch>
            <a:fillRect/>
          </a:stretch>
        </p:blipFill>
        <p:spPr>
          <a:xfrm>
            <a:off x="2149812" y="876300"/>
            <a:ext cx="7227652" cy="5420740"/>
          </a:xfrm>
          <a:prstGeom prst="rect">
            <a:avLst/>
          </a:prstGeom>
        </p:spPr>
      </p:pic>
    </p:spTree>
    <p:extLst>
      <p:ext uri="{BB962C8B-B14F-4D97-AF65-F5344CB8AC3E}">
        <p14:creationId xmlns:p14="http://schemas.microsoft.com/office/powerpoint/2010/main" val="1226558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E01AF8-2F64-4528-8167-C5C6CFF48574}"/>
              </a:ext>
            </a:extLst>
          </p:cNvPr>
          <p:cNvSpPr>
            <a:spLocks noGrp="1"/>
          </p:cNvSpPr>
          <p:nvPr>
            <p:ph type="dt" sz="half" idx="11"/>
          </p:nvPr>
        </p:nvSpPr>
        <p:spPr/>
        <p:txBody>
          <a:bodyPr/>
          <a:lstStyle/>
          <a:p>
            <a:fld id="{0342CC68-9F46-4D9B-9C31-5F4F343BD2FF}" type="datetime1">
              <a:rPr lang="en-IN" smtClean="0"/>
              <a:t>17-09-2026</a:t>
            </a:fld>
            <a:endParaRPr lang="en-IN" dirty="0"/>
          </a:p>
        </p:txBody>
      </p:sp>
      <p:sp>
        <p:nvSpPr>
          <p:cNvPr id="3" name="Footer Placeholder 2">
            <a:extLst>
              <a:ext uri="{FF2B5EF4-FFF2-40B4-BE49-F238E27FC236}">
                <a16:creationId xmlns:a16="http://schemas.microsoft.com/office/drawing/2014/main" id="{6121063A-1B08-4980-AFD9-6181B3672537}"/>
              </a:ext>
            </a:extLst>
          </p:cNvPr>
          <p:cNvSpPr>
            <a:spLocks noGrp="1"/>
          </p:cNvSpPr>
          <p:nvPr>
            <p:ph type="ftr" sz="quarter" idx="12"/>
          </p:nvPr>
        </p:nvSpPr>
        <p:spPr/>
        <p:txBody>
          <a:bodyPr/>
          <a:lstStyle/>
          <a:p>
            <a:r>
              <a:rPr lang="en-US"/>
              <a:t>SEPARATION PROCESS-II</a:t>
            </a:r>
            <a:endParaRPr lang="en-IN" dirty="0"/>
          </a:p>
        </p:txBody>
      </p:sp>
      <p:sp>
        <p:nvSpPr>
          <p:cNvPr id="4" name="Slide Number Placeholder 3">
            <a:extLst>
              <a:ext uri="{FF2B5EF4-FFF2-40B4-BE49-F238E27FC236}">
                <a16:creationId xmlns:a16="http://schemas.microsoft.com/office/drawing/2014/main" id="{8A21847D-AE00-47FA-A390-545F389A494C}"/>
              </a:ext>
            </a:extLst>
          </p:cNvPr>
          <p:cNvSpPr>
            <a:spLocks noGrp="1"/>
          </p:cNvSpPr>
          <p:nvPr>
            <p:ph type="sldNum" sz="quarter" idx="13"/>
          </p:nvPr>
        </p:nvSpPr>
        <p:spPr/>
        <p:txBody>
          <a:bodyPr/>
          <a:lstStyle/>
          <a:p>
            <a:fld id="{957D5EAD-A97B-4969-AF6A-47A86C2666CF}" type="slidenum">
              <a:rPr lang="en-IN" smtClean="0"/>
              <a:t>33</a:t>
            </a:fld>
            <a:endParaRPr lang="en-IN" dirty="0"/>
          </a:p>
        </p:txBody>
      </p:sp>
      <p:sp>
        <p:nvSpPr>
          <p:cNvPr id="6" name="Title 5">
            <a:extLst>
              <a:ext uri="{FF2B5EF4-FFF2-40B4-BE49-F238E27FC236}">
                <a16:creationId xmlns:a16="http://schemas.microsoft.com/office/drawing/2014/main" id="{0FD084B4-3E2D-41B4-825B-34D92D5AFBAB}"/>
              </a:ext>
            </a:extLst>
          </p:cNvPr>
          <p:cNvSpPr>
            <a:spLocks noGrp="1"/>
          </p:cNvSpPr>
          <p:nvPr>
            <p:ph type="title"/>
          </p:nvPr>
        </p:nvSpPr>
        <p:spPr/>
        <p:txBody>
          <a:bodyPr/>
          <a:lstStyle/>
          <a:p>
            <a:r>
              <a:rPr lang="en-US" dirty="0"/>
              <a:t>Sedimentation Versus Filtration</a:t>
            </a:r>
            <a:endParaRPr lang="en-IN" dirty="0"/>
          </a:p>
        </p:txBody>
      </p:sp>
      <p:pic>
        <p:nvPicPr>
          <p:cNvPr id="7" name="Picture 6">
            <a:extLst>
              <a:ext uri="{FF2B5EF4-FFF2-40B4-BE49-F238E27FC236}">
                <a16:creationId xmlns:a16="http://schemas.microsoft.com/office/drawing/2014/main" id="{51D56660-4C10-4FEE-91A0-833D01032A8A}"/>
              </a:ext>
            </a:extLst>
          </p:cNvPr>
          <p:cNvPicPr>
            <a:picLocks noChangeAspect="1"/>
          </p:cNvPicPr>
          <p:nvPr/>
        </p:nvPicPr>
        <p:blipFill>
          <a:blip r:embed="rId2"/>
          <a:stretch>
            <a:fillRect/>
          </a:stretch>
        </p:blipFill>
        <p:spPr>
          <a:xfrm>
            <a:off x="2438400" y="970243"/>
            <a:ext cx="7315200" cy="53353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0364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B60DBF-2453-4592-B561-2F3748042A34}"/>
              </a:ext>
            </a:extLst>
          </p:cNvPr>
          <p:cNvSpPr>
            <a:spLocks noGrp="1"/>
          </p:cNvSpPr>
          <p:nvPr>
            <p:ph sz="half" idx="1"/>
          </p:nvPr>
        </p:nvSpPr>
        <p:spPr>
          <a:xfrm>
            <a:off x="609600" y="1600203"/>
            <a:ext cx="11179946" cy="4525963"/>
          </a:xfrm>
        </p:spPr>
        <p:txBody>
          <a:bodyPr>
            <a:normAutofit/>
          </a:bodyPr>
          <a:lstStyle/>
          <a:p>
            <a:pPr algn="just">
              <a:buFont typeface="Arial" panose="020B0604020202020204" pitchFamily="34" charset="0"/>
              <a:buChar char="•"/>
            </a:pPr>
            <a:r>
              <a:rPr lang="en-US" sz="3200" dirty="0">
                <a:solidFill>
                  <a:srgbClr val="000000"/>
                </a:solidFill>
                <a:latin typeface="Arial" panose="020B0604020202020204" pitchFamily="34" charset="0"/>
              </a:rPr>
              <a:t>Smith, J., </a:t>
            </a:r>
            <a:r>
              <a:rPr lang="en-US" sz="3200" dirty="0" err="1">
                <a:solidFill>
                  <a:srgbClr val="000000"/>
                </a:solidFill>
                <a:latin typeface="Arial" panose="020B0604020202020204" pitchFamily="34" charset="0"/>
              </a:rPr>
              <a:t>Harriott</a:t>
            </a:r>
            <a:r>
              <a:rPr lang="en-US" sz="3200" dirty="0">
                <a:solidFill>
                  <a:srgbClr val="000000"/>
                </a:solidFill>
                <a:latin typeface="Arial" panose="020B0604020202020204" pitchFamily="34" charset="0"/>
              </a:rPr>
              <a:t>, P., McCabe, W. (2005). Unit Operations of Chemical Engineering. Colombia: McGraw-Hill Education.</a:t>
            </a:r>
          </a:p>
          <a:p>
            <a:pPr algn="just">
              <a:buFont typeface="Arial" panose="020B0604020202020204" pitchFamily="34" charset="0"/>
              <a:buChar char="•"/>
            </a:pPr>
            <a:r>
              <a:rPr lang="en-US" sz="3200" dirty="0">
                <a:solidFill>
                  <a:srgbClr val="000000"/>
                </a:solidFill>
                <a:latin typeface="Arial" panose="020B0604020202020204" pitchFamily="34" charset="0"/>
              </a:rPr>
              <a:t>Swain, A. K., Patra, H., &amp; Roy, G. K. (2011). Mechanical operations. Tata McGraw Hill.</a:t>
            </a:r>
            <a:endParaRPr lang="en-US" sz="44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2C34EFE7-AC8A-4AAC-998D-7C6A10089D75}"/>
              </a:ext>
            </a:extLst>
          </p:cNvPr>
          <p:cNvSpPr>
            <a:spLocks noGrp="1"/>
          </p:cNvSpPr>
          <p:nvPr>
            <p:ph sz="quarter" idx="10"/>
          </p:nvPr>
        </p:nvSpPr>
        <p:spPr/>
        <p:txBody>
          <a:bodyPr/>
          <a:lstStyle/>
          <a:p>
            <a:r>
              <a:rPr lang="en-US" dirty="0"/>
              <a:t>References</a:t>
            </a:r>
          </a:p>
        </p:txBody>
      </p:sp>
    </p:spTree>
    <p:extLst>
      <p:ext uri="{BB962C8B-B14F-4D97-AF65-F5344CB8AC3E}">
        <p14:creationId xmlns:p14="http://schemas.microsoft.com/office/powerpoint/2010/main" val="2369351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ITS-Onlin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709D214E-960E-4D68-B7CB-6AB012D71534}" vid="{1D5525B8-28E5-4723-AE4D-CCF0534A721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BITS-Online</Template>
  <TotalTime>2284</TotalTime>
  <Words>1180</Words>
  <Application>Microsoft Office PowerPoint</Application>
  <PresentationFormat>Widescreen</PresentationFormat>
  <Paragraphs>194</Paragraphs>
  <Slides>34</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Cambria Math</vt:lpstr>
      <vt:lpstr>Times New Roman</vt:lpstr>
      <vt:lpstr>BITS-Online</vt:lpstr>
      <vt:lpstr>Module 2:  Mechanical Separations (Chapter 29) Lecture 7 </vt:lpstr>
      <vt:lpstr>Principles of Clarifying Filters, Crossflow Filters and Membrane Filters. Concentration polarization, Sedimentation Process</vt:lpstr>
      <vt:lpstr>Principles of Clarifying Filters, Crossflow Filters and Membrane Filters. Concentration polarization</vt:lpstr>
      <vt:lpstr>Clarifying Filters</vt:lpstr>
      <vt:lpstr>Clarifying Filters</vt:lpstr>
      <vt:lpstr>Principles of Clarification </vt:lpstr>
      <vt:lpstr>Cross Flow Filtration</vt:lpstr>
      <vt:lpstr>Membrane Filters</vt:lpstr>
      <vt:lpstr>PowerPoint Presentation</vt:lpstr>
      <vt:lpstr>PowerPoint Presentation</vt:lpstr>
      <vt:lpstr>PowerPoint Presentation</vt:lpstr>
      <vt:lpstr>PowerPoint Presentation</vt:lpstr>
      <vt:lpstr>Gravity Sedimentation Processes</vt:lpstr>
      <vt:lpstr>Gravity Sedimentation Processes</vt:lpstr>
      <vt:lpstr>Gravity Classifiers</vt:lpstr>
      <vt:lpstr>Gravity Classifiers</vt:lpstr>
      <vt:lpstr>Types of Settling</vt:lpstr>
      <vt:lpstr>Gravity Settling Tank</vt:lpstr>
      <vt:lpstr>PowerPoint Presentation</vt:lpstr>
      <vt:lpstr>PowerPoint Presentation</vt:lpstr>
      <vt:lpstr>PowerPoint Presentation</vt:lpstr>
      <vt:lpstr>PowerPoint Presentation</vt:lpstr>
      <vt:lpstr>PowerPoint Presentation</vt:lpstr>
      <vt:lpstr>PowerPoint Presentation</vt:lpstr>
      <vt:lpstr>See chapter 7 page 168-170 for more discussion </vt:lpstr>
      <vt:lpstr>Differential settling methods</vt:lpstr>
      <vt:lpstr>Differential settling methods</vt:lpstr>
      <vt:lpstr>Equal Settling Particles</vt:lpstr>
      <vt:lpstr>Clarifier and Thickeners</vt:lpstr>
      <vt:lpstr>Clarifier and Thickeners</vt:lpstr>
      <vt:lpstr>Batch Sedimentation</vt:lpstr>
      <vt:lpstr>Batch Sedimentation</vt:lpstr>
      <vt:lpstr>Sedimentation Versus Filtration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SP2_Lecture-14 (22_09_2020)</dc:title>
  <dc:creator>Bhanu Vardhan Reddy  K</dc:creator>
  <cp:lastModifiedBy>Somak Chatterjee</cp:lastModifiedBy>
  <cp:revision>90</cp:revision>
  <cp:lastPrinted>2021-09-24T10:43:39Z</cp:lastPrinted>
  <dcterms:created xsi:type="dcterms:W3CDTF">2020-09-22T06:19:17Z</dcterms:created>
  <dcterms:modified xsi:type="dcterms:W3CDTF">2026-09-17T08:49:31Z</dcterms:modified>
</cp:coreProperties>
</file>