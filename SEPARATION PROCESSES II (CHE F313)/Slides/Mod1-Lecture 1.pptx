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1"/>
  </p:sldMasterIdLst>
  <p:notesMasterIdLst>
    <p:notesMasterId r:id="rId23"/>
  </p:notesMasterIdLst>
  <p:handoutMasterIdLst>
    <p:handoutMasterId r:id="rId24"/>
  </p:handoutMasterIdLst>
  <p:sldIdLst>
    <p:sldId id="257" r:id="rId2"/>
    <p:sldId id="394" r:id="rId3"/>
    <p:sldId id="319" r:id="rId4"/>
    <p:sldId id="364" r:id="rId5"/>
    <p:sldId id="374" r:id="rId6"/>
    <p:sldId id="320" r:id="rId7"/>
    <p:sldId id="365" r:id="rId8"/>
    <p:sldId id="384" r:id="rId9"/>
    <p:sldId id="371" r:id="rId10"/>
    <p:sldId id="372" r:id="rId11"/>
    <p:sldId id="373" r:id="rId12"/>
    <p:sldId id="367" r:id="rId13"/>
    <p:sldId id="368" r:id="rId14"/>
    <p:sldId id="376" r:id="rId15"/>
    <p:sldId id="321" r:id="rId16"/>
    <p:sldId id="375" r:id="rId17"/>
    <p:sldId id="322" r:id="rId18"/>
    <p:sldId id="323" r:id="rId19"/>
    <p:sldId id="377" r:id="rId20"/>
    <p:sldId id="301" r:id="rId21"/>
    <p:sldId id="300" r:id="rId2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97" autoAdjust="0"/>
    <p:restoredTop sz="96973"/>
  </p:normalViewPr>
  <p:slideViewPr>
    <p:cSldViewPr snapToGrid="0">
      <p:cViewPr varScale="1">
        <p:scale>
          <a:sx n="98" d="100"/>
          <a:sy n="98" d="100"/>
        </p:scale>
        <p:origin x="576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6F4A04F0-8CE5-4AED-BA37-4F3B9EC4E075}"/>
    <pc:docChg chg="undo custSel modSld">
      <pc:chgData name="Somak Chatterjee" userId="e6d5a15b-8109-4a04-ba46-d7e9f6fc31a9" providerId="ADAL" clId="{6F4A04F0-8CE5-4AED-BA37-4F3B9EC4E075}" dt="2022-09-05T07:18:25.744" v="7" actId="20577"/>
      <pc:docMkLst>
        <pc:docMk/>
      </pc:docMkLst>
      <pc:sldChg chg="modSp mod">
        <pc:chgData name="Somak Chatterjee" userId="e6d5a15b-8109-4a04-ba46-d7e9f6fc31a9" providerId="ADAL" clId="{6F4A04F0-8CE5-4AED-BA37-4F3B9EC4E075}" dt="2022-09-05T07:18:25.744" v="7" actId="20577"/>
        <pc:sldMkLst>
          <pc:docMk/>
          <pc:sldMk cId="3817445897" sldId="257"/>
        </pc:sldMkLst>
        <pc:spChg chg="mod">
          <ac:chgData name="Somak Chatterjee" userId="e6d5a15b-8109-4a04-ba46-d7e9f6fc31a9" providerId="ADAL" clId="{6F4A04F0-8CE5-4AED-BA37-4F3B9EC4E075}" dt="2022-09-05T07:18:25.744" v="7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addSp delSp mod addAnim delAnim">
        <pc:chgData name="Somak Chatterjee" userId="e6d5a15b-8109-4a04-ba46-d7e9f6fc31a9" providerId="ADAL" clId="{6F4A04F0-8CE5-4AED-BA37-4F3B9EC4E075}" dt="2022-09-01T13:44:34.621" v="5" actId="478"/>
        <pc:sldMkLst>
          <pc:docMk/>
          <pc:sldMk cId="1744169035" sldId="384"/>
        </pc:sldMkLst>
        <pc:inkChg chg="del">
          <ac:chgData name="Somak Chatterjee" userId="e6d5a15b-8109-4a04-ba46-d7e9f6fc31a9" providerId="ADAL" clId="{6F4A04F0-8CE5-4AED-BA37-4F3B9EC4E075}" dt="2022-09-01T13:37:16.574" v="0" actId="478"/>
          <ac:inkMkLst>
            <pc:docMk/>
            <pc:sldMk cId="1744169035" sldId="384"/>
            <ac:inkMk id="8" creationId="{49592B14-FFEC-4EA9-96F6-C02D414429E0}"/>
          </ac:inkMkLst>
        </pc:inkChg>
        <pc:inkChg chg="del">
          <ac:chgData name="Somak Chatterjee" userId="e6d5a15b-8109-4a04-ba46-d7e9f6fc31a9" providerId="ADAL" clId="{6F4A04F0-8CE5-4AED-BA37-4F3B9EC4E075}" dt="2022-09-01T13:37:19.167" v="1" actId="478"/>
          <ac:inkMkLst>
            <pc:docMk/>
            <pc:sldMk cId="1744169035" sldId="384"/>
            <ac:inkMk id="9" creationId="{C3F57E84-4A74-499E-9629-E014B36EB5F6}"/>
          </ac:inkMkLst>
        </pc:inkChg>
        <pc:inkChg chg="del">
          <ac:chgData name="Somak Chatterjee" userId="e6d5a15b-8109-4a04-ba46-d7e9f6fc31a9" providerId="ADAL" clId="{6F4A04F0-8CE5-4AED-BA37-4F3B9EC4E075}" dt="2022-09-01T13:37:21.708" v="2" actId="478"/>
          <ac:inkMkLst>
            <pc:docMk/>
            <pc:sldMk cId="1744169035" sldId="384"/>
            <ac:inkMk id="10" creationId="{D50375E3-3842-4723-8E3F-6F7DBB603135}"/>
          </ac:inkMkLst>
        </pc:inkChg>
        <pc:inkChg chg="add del">
          <ac:chgData name="Somak Chatterjee" userId="e6d5a15b-8109-4a04-ba46-d7e9f6fc31a9" providerId="ADAL" clId="{6F4A04F0-8CE5-4AED-BA37-4F3B9EC4E075}" dt="2022-09-01T13:44:34.621" v="5" actId="478"/>
          <ac:inkMkLst>
            <pc:docMk/>
            <pc:sldMk cId="1744169035" sldId="384"/>
            <ac:inkMk id="11" creationId="{FF45BF50-5466-4279-A381-BC3E9B105A3F}"/>
          </ac:inkMkLst>
        </pc:inkChg>
      </pc:sldChg>
    </pc:docChg>
  </pc:docChgLst>
  <pc:docChgLst>
    <pc:chgData name="Somak Chatterjee" userId="e6d5a15b-8109-4a04-ba46-d7e9f6fc31a9" providerId="ADAL" clId="{775924A9-0008-41C0-BAE3-8A473067B4A7}"/>
    <pc:docChg chg="undo redo custSel addSld delSld modSld sldOrd">
      <pc:chgData name="Somak Chatterjee" userId="e6d5a15b-8109-4a04-ba46-d7e9f6fc31a9" providerId="ADAL" clId="{775924A9-0008-41C0-BAE3-8A473067B4A7}" dt="2022-08-22T15:08:34.535" v="559"/>
      <pc:docMkLst>
        <pc:docMk/>
      </pc:docMkLst>
      <pc:sldChg chg="addSp delSp modSp mod">
        <pc:chgData name="Somak Chatterjee" userId="e6d5a15b-8109-4a04-ba46-d7e9f6fc31a9" providerId="ADAL" clId="{775924A9-0008-41C0-BAE3-8A473067B4A7}" dt="2022-08-22T14:52:24.632" v="533" actId="1076"/>
        <pc:sldMkLst>
          <pc:docMk/>
          <pc:sldMk cId="3817445897" sldId="257"/>
        </pc:sldMkLst>
        <pc:spChg chg="add del mod">
          <ac:chgData name="Somak Chatterjee" userId="e6d5a15b-8109-4a04-ba46-d7e9f6fc31a9" providerId="ADAL" clId="{775924A9-0008-41C0-BAE3-8A473067B4A7}" dt="2022-08-22T14:52:24.632" v="533" actId="1076"/>
          <ac:spMkLst>
            <pc:docMk/>
            <pc:sldMk cId="3817445897" sldId="257"/>
            <ac:spMk id="2" creationId="{00000000-0000-0000-0000-000000000000}"/>
          </ac:spMkLst>
        </pc:spChg>
        <pc:spChg chg="mod">
          <ac:chgData name="Somak Chatterjee" userId="e6d5a15b-8109-4a04-ba46-d7e9f6fc31a9" providerId="ADAL" clId="{775924A9-0008-41C0-BAE3-8A473067B4A7}" dt="2022-08-22T14:52:00.973" v="526" actId="20577"/>
          <ac:spMkLst>
            <pc:docMk/>
            <pc:sldMk cId="3817445897" sldId="257"/>
            <ac:spMk id="7" creationId="{00000000-0000-0000-0000-000000000000}"/>
          </ac:spMkLst>
        </pc:spChg>
      </pc:sldChg>
      <pc:sldChg chg="modSp add modAnim">
        <pc:chgData name="Somak Chatterjee" userId="e6d5a15b-8109-4a04-ba46-d7e9f6fc31a9" providerId="ADAL" clId="{775924A9-0008-41C0-BAE3-8A473067B4A7}" dt="2022-08-22T15:08:34.535" v="559"/>
        <pc:sldMkLst>
          <pc:docMk/>
          <pc:sldMk cId="683512075" sldId="300"/>
        </pc:sldMkLst>
        <pc:spChg chg="mod">
          <ac:chgData name="Somak Chatterjee" userId="e6d5a15b-8109-4a04-ba46-d7e9f6fc31a9" providerId="ADAL" clId="{775924A9-0008-41C0-BAE3-8A473067B4A7}" dt="2022-08-22T15:08:34.535" v="559"/>
          <ac:spMkLst>
            <pc:docMk/>
            <pc:sldMk cId="683512075" sldId="300"/>
            <ac:spMk id="2" creationId="{1DB60DBF-2453-4592-B561-2F3748042A34}"/>
          </ac:spMkLst>
        </pc:spChg>
      </pc:sldChg>
      <pc:sldChg chg="modSp add mod modAnim">
        <pc:chgData name="Somak Chatterjee" userId="e6d5a15b-8109-4a04-ba46-d7e9f6fc31a9" providerId="ADAL" clId="{775924A9-0008-41C0-BAE3-8A473067B4A7}" dt="2022-08-22T15:05:01.107" v="549" actId="1076"/>
        <pc:sldMkLst>
          <pc:docMk/>
          <pc:sldMk cId="2204746153" sldId="301"/>
        </pc:sldMkLst>
        <pc:spChg chg="mod">
          <ac:chgData name="Somak Chatterjee" userId="e6d5a15b-8109-4a04-ba46-d7e9f6fc31a9" providerId="ADAL" clId="{775924A9-0008-41C0-BAE3-8A473067B4A7}" dt="2022-08-22T15:05:01.107" v="549" actId="1076"/>
          <ac:spMkLst>
            <pc:docMk/>
            <pc:sldMk cId="2204746153" sldId="301"/>
            <ac:spMk id="3" creationId="{4F612A65-983A-4901-84E4-1DF54032E497}"/>
          </ac:spMkLst>
        </pc:spChg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65018317" sldId="32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95325329" sldId="32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89835385" sldId="32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36283774" sldId="32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918756467" sldId="32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131978479" sldId="32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725804368" sldId="33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694050285" sldId="33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452026381" sldId="33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423441239" sldId="33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014893493" sldId="33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002526709" sldId="33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10079035" sldId="33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817131428" sldId="33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42400728" sldId="33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077580435" sldId="33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904937482" sldId="34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12934682" sldId="34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968742673" sldId="34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64394357" sldId="34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57274480" sldId="34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029049631" sldId="34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215155620" sldId="34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81930813" sldId="34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76056354" sldId="34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217877105" sldId="34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44111218" sldId="35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304792696" sldId="35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38566975" sldId="35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604335556" sldId="35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88391494" sldId="354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70454223" sldId="35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252568856" sldId="356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551196944" sldId="35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407843393" sldId="35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077862164" sldId="35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647249918" sldId="36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231924244" sldId="36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694873220" sldId="362"/>
        </pc:sldMkLst>
      </pc:sldChg>
      <pc:sldChg chg="modSp">
        <pc:chgData name="Somak Chatterjee" userId="e6d5a15b-8109-4a04-ba46-d7e9f6fc31a9" providerId="ADAL" clId="{775924A9-0008-41C0-BAE3-8A473067B4A7}" dt="2022-08-22T14:55:56.490" v="534" actId="313"/>
        <pc:sldMkLst>
          <pc:docMk/>
          <pc:sldMk cId="2182941564" sldId="377"/>
        </pc:sldMkLst>
        <pc:spChg chg="mod">
          <ac:chgData name="Somak Chatterjee" userId="e6d5a15b-8109-4a04-ba46-d7e9f6fc31a9" providerId="ADAL" clId="{775924A9-0008-41C0-BAE3-8A473067B4A7}" dt="2022-08-22T14:55:56.490" v="534" actId="313"/>
          <ac:spMkLst>
            <pc:docMk/>
            <pc:sldMk cId="2182941564" sldId="377"/>
            <ac:spMk id="6" creationId="{3D329A1C-2BD7-47E9-A3D3-A5D37C404AF4}"/>
          </ac:spMkLst>
        </pc:spChg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1719342529" sldId="378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2223502012" sldId="379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3839385389" sldId="38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550302832" sldId="381"/>
        </pc:sldMkLst>
      </pc:sldChg>
      <pc:sldChg chg="del">
        <pc:chgData name="Somak Chatterjee" userId="e6d5a15b-8109-4a04-ba46-d7e9f6fc31a9" providerId="ADAL" clId="{775924A9-0008-41C0-BAE3-8A473067B4A7}" dt="2022-08-22T14:57:52.986" v="535" actId="2696"/>
        <pc:sldMkLst>
          <pc:docMk/>
          <pc:sldMk cId="1087374479" sldId="383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951699753" sldId="385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656469444" sldId="387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1757532978" sldId="388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51950550" sldId="389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2757300492" sldId="390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4255029374" sldId="391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967173033" sldId="392"/>
        </pc:sldMkLst>
      </pc:sldChg>
      <pc:sldChg chg="del">
        <pc:chgData name="Somak Chatterjee" userId="e6d5a15b-8109-4a04-ba46-d7e9f6fc31a9" providerId="ADAL" clId="{775924A9-0008-41C0-BAE3-8A473067B4A7}" dt="2022-08-22T15:03:55.411" v="536" actId="47"/>
        <pc:sldMkLst>
          <pc:docMk/>
          <pc:sldMk cId="3164373773" sldId="393"/>
        </pc:sldMkLst>
      </pc:sldChg>
      <pc:sldChg chg="new del">
        <pc:chgData name="Somak Chatterjee" userId="e6d5a15b-8109-4a04-ba46-d7e9f6fc31a9" providerId="ADAL" clId="{775924A9-0008-41C0-BAE3-8A473067B4A7}" dt="2022-08-22T14:37:19.884" v="71" actId="680"/>
        <pc:sldMkLst>
          <pc:docMk/>
          <pc:sldMk cId="1224320112" sldId="394"/>
        </pc:sldMkLst>
      </pc:sldChg>
      <pc:sldChg chg="del">
        <pc:chgData name="Somak Chatterjee" userId="e6d5a15b-8109-4a04-ba46-d7e9f6fc31a9" providerId="ADAL" clId="{775924A9-0008-41C0-BAE3-8A473067B4A7}" dt="2022-08-22T14:25:08.072" v="69" actId="47"/>
        <pc:sldMkLst>
          <pc:docMk/>
          <pc:sldMk cId="1407205546" sldId="394"/>
        </pc:sldMkLst>
      </pc:sldChg>
      <pc:sldChg chg="addSp delSp modSp new mod ord">
        <pc:chgData name="Somak Chatterjee" userId="e6d5a15b-8109-4a04-ba46-d7e9f6fc31a9" providerId="ADAL" clId="{775924A9-0008-41C0-BAE3-8A473067B4A7}" dt="2022-08-22T14:50:51.476" v="500" actId="207"/>
        <pc:sldMkLst>
          <pc:docMk/>
          <pc:sldMk cId="1913488921" sldId="394"/>
        </pc:sldMkLst>
        <pc:spChg chg="mod">
          <ac:chgData name="Somak Chatterjee" userId="e6d5a15b-8109-4a04-ba46-d7e9f6fc31a9" providerId="ADAL" clId="{775924A9-0008-41C0-BAE3-8A473067B4A7}" dt="2022-08-22T14:50:19.429" v="491" actId="20577"/>
          <ac:spMkLst>
            <pc:docMk/>
            <pc:sldMk cId="1913488921" sldId="394"/>
            <ac:spMk id="5" creationId="{C60F12B8-6948-6ECA-DCC9-F32050EEC87C}"/>
          </ac:spMkLst>
        </pc:spChg>
        <pc:spChg chg="del">
          <ac:chgData name="Somak Chatterjee" userId="e6d5a15b-8109-4a04-ba46-d7e9f6fc31a9" providerId="ADAL" clId="{775924A9-0008-41C0-BAE3-8A473067B4A7}" dt="2022-08-22T14:37:42.243" v="111" actId="478"/>
          <ac:spMkLst>
            <pc:docMk/>
            <pc:sldMk cId="1913488921" sldId="394"/>
            <ac:spMk id="6" creationId="{09066459-78C2-5FCF-E50C-A7DD145D9448}"/>
          </ac:spMkLst>
        </pc:spChg>
        <pc:spChg chg="add mod">
          <ac:chgData name="Somak Chatterjee" userId="e6d5a15b-8109-4a04-ba46-d7e9f6fc31a9" providerId="ADAL" clId="{775924A9-0008-41C0-BAE3-8A473067B4A7}" dt="2022-08-22T14:46:32.623" v="472" actId="207"/>
          <ac:spMkLst>
            <pc:docMk/>
            <pc:sldMk cId="1913488921" sldId="394"/>
            <ac:spMk id="8" creationId="{3CF60B1C-83EE-FCC0-4877-78B9E4144E9B}"/>
          </ac:spMkLst>
        </pc:spChg>
        <pc:spChg chg="add mod">
          <ac:chgData name="Somak Chatterjee" userId="e6d5a15b-8109-4a04-ba46-d7e9f6fc31a9" providerId="ADAL" clId="{775924A9-0008-41C0-BAE3-8A473067B4A7}" dt="2022-08-22T14:50:51.476" v="500" actId="207"/>
          <ac:spMkLst>
            <pc:docMk/>
            <pc:sldMk cId="1913488921" sldId="394"/>
            <ac:spMk id="10" creationId="{699E4F7E-E0C1-A730-AA3E-1AEC614E36D7}"/>
          </ac:spMkLst>
        </pc:spChg>
        <pc:graphicFrameChg chg="add mod modGraphic">
          <ac:chgData name="Somak Chatterjee" userId="e6d5a15b-8109-4a04-ba46-d7e9f6fc31a9" providerId="ADAL" clId="{775924A9-0008-41C0-BAE3-8A473067B4A7}" dt="2022-08-22T14:50:27.946" v="494"/>
          <ac:graphicFrameMkLst>
            <pc:docMk/>
            <pc:sldMk cId="1913488921" sldId="394"/>
            <ac:graphicFrameMk id="7" creationId="{64EDCAA7-7B28-6F37-DBBD-3E3704F8B1D3}"/>
          </ac:graphicFrameMkLst>
        </pc:graphicFrameChg>
      </pc:sldChg>
      <pc:sldChg chg="modSp new del mod">
        <pc:chgData name="Somak Chatterjee" userId="e6d5a15b-8109-4a04-ba46-d7e9f6fc31a9" providerId="ADAL" clId="{775924A9-0008-41C0-BAE3-8A473067B4A7}" dt="2022-08-22T15:04:48.327" v="545" actId="47"/>
        <pc:sldMkLst>
          <pc:docMk/>
          <pc:sldMk cId="4170394408" sldId="395"/>
        </pc:sldMkLst>
        <pc:spChg chg="mod">
          <ac:chgData name="Somak Chatterjee" userId="e6d5a15b-8109-4a04-ba46-d7e9f6fc31a9" providerId="ADAL" clId="{775924A9-0008-41C0-BAE3-8A473067B4A7}" dt="2022-08-22T15:04:04.581" v="544" actId="20577"/>
          <ac:spMkLst>
            <pc:docMk/>
            <pc:sldMk cId="4170394408" sldId="395"/>
            <ac:spMk id="5" creationId="{B35EC19F-B647-96CF-F67E-A0EC2223A9C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C65515-A7D9-4A18-8716-18FBBFFB1A9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F667BF-08EB-41C6-9057-536D3B13B4AD}">
      <dgm:prSet phldrT="[Text]" custT="1"/>
      <dgm:spPr/>
      <dgm:t>
        <a:bodyPr/>
        <a:lstStyle/>
        <a:p>
          <a:r>
            <a:rPr lang="en-US" sz="2400" dirty="0"/>
            <a:t>Chemical Engineering (Late 1800s)</a:t>
          </a:r>
        </a:p>
      </dgm:t>
    </dgm:pt>
    <dgm:pt modelId="{BC88094F-93BE-46D7-95B6-9EE75C5935BA}" type="parTrans" cxnId="{BE9339E1-7165-40FA-BD1F-0BB5B75BACF3}">
      <dgm:prSet/>
      <dgm:spPr/>
      <dgm:t>
        <a:bodyPr/>
        <a:lstStyle/>
        <a:p>
          <a:endParaRPr lang="en-US"/>
        </a:p>
      </dgm:t>
    </dgm:pt>
    <dgm:pt modelId="{45B73CEE-BEFB-4A50-A500-D61545C079A6}" type="sibTrans" cxnId="{BE9339E1-7165-40FA-BD1F-0BB5B75BACF3}">
      <dgm:prSet/>
      <dgm:spPr/>
      <dgm:t>
        <a:bodyPr/>
        <a:lstStyle/>
        <a:p>
          <a:endParaRPr lang="en-US"/>
        </a:p>
      </dgm:t>
    </dgm:pt>
    <dgm:pt modelId="{27C29295-B534-4EC7-8551-8D775C0DB412}">
      <dgm:prSet phldrT="[Text]" custT="1"/>
      <dgm:spPr/>
      <dgm:t>
        <a:bodyPr/>
        <a:lstStyle/>
        <a:p>
          <a:r>
            <a:rPr lang="en-US" sz="2400" dirty="0"/>
            <a:t>Unit Operations (1915)</a:t>
          </a:r>
        </a:p>
      </dgm:t>
    </dgm:pt>
    <dgm:pt modelId="{2F90A729-FDEB-406F-899F-A0E89A0FDC55}" type="parTrans" cxnId="{8375C651-86C5-44BA-85FA-BD62804DC7A1}">
      <dgm:prSet/>
      <dgm:spPr/>
      <dgm:t>
        <a:bodyPr/>
        <a:lstStyle/>
        <a:p>
          <a:endParaRPr lang="en-US"/>
        </a:p>
      </dgm:t>
    </dgm:pt>
    <dgm:pt modelId="{B6608EC9-701B-4725-BAE0-8970E7B5079F}" type="sibTrans" cxnId="{8375C651-86C5-44BA-85FA-BD62804DC7A1}">
      <dgm:prSet/>
      <dgm:spPr/>
      <dgm:t>
        <a:bodyPr/>
        <a:lstStyle/>
        <a:p>
          <a:endParaRPr lang="en-US"/>
        </a:p>
      </dgm:t>
    </dgm:pt>
    <dgm:pt modelId="{7F8EE840-D81E-4A71-9585-F39C94691525}">
      <dgm:prSet phldrT="[Text]" custT="1"/>
      <dgm:spPr/>
      <dgm:t>
        <a:bodyPr/>
        <a:lstStyle/>
        <a:p>
          <a:r>
            <a:rPr lang="en-US" sz="2400" dirty="0"/>
            <a:t>Mechanical Operations</a:t>
          </a:r>
        </a:p>
      </dgm:t>
    </dgm:pt>
    <dgm:pt modelId="{2F65DE21-52D9-4F7C-A907-6B688D779069}" type="parTrans" cxnId="{0D132C5C-6C92-420B-BE95-AD635D88BC7B}">
      <dgm:prSet/>
      <dgm:spPr/>
      <dgm:t>
        <a:bodyPr/>
        <a:lstStyle/>
        <a:p>
          <a:endParaRPr lang="en-US"/>
        </a:p>
      </dgm:t>
    </dgm:pt>
    <dgm:pt modelId="{D95B1B70-0F7C-4A69-815A-8ABFBD515935}" type="sibTrans" cxnId="{0D132C5C-6C92-420B-BE95-AD635D88BC7B}">
      <dgm:prSet/>
      <dgm:spPr/>
      <dgm:t>
        <a:bodyPr/>
        <a:lstStyle/>
        <a:p>
          <a:endParaRPr lang="en-US"/>
        </a:p>
      </dgm:t>
    </dgm:pt>
    <dgm:pt modelId="{AF494D54-4CA0-4B57-B5F4-32800F8CE5B1}">
      <dgm:prSet phldrT="[Text]" custT="1"/>
      <dgm:spPr/>
      <dgm:t>
        <a:bodyPr/>
        <a:lstStyle/>
        <a:p>
          <a:r>
            <a:rPr lang="en-US" sz="2400" dirty="0"/>
            <a:t>Fluid Flow</a:t>
          </a:r>
        </a:p>
      </dgm:t>
    </dgm:pt>
    <dgm:pt modelId="{44DB69C0-0507-4AAE-BBDB-475E9DA31C0C}" type="parTrans" cxnId="{D4D44B85-41D0-4D8D-BAB7-61192E1C7222}">
      <dgm:prSet/>
      <dgm:spPr/>
      <dgm:t>
        <a:bodyPr/>
        <a:lstStyle/>
        <a:p>
          <a:endParaRPr lang="en-US"/>
        </a:p>
      </dgm:t>
    </dgm:pt>
    <dgm:pt modelId="{B967FD52-C587-4FF7-A2D2-CB09B8C1D86B}" type="sibTrans" cxnId="{D4D44B85-41D0-4D8D-BAB7-61192E1C7222}">
      <dgm:prSet/>
      <dgm:spPr/>
      <dgm:t>
        <a:bodyPr/>
        <a:lstStyle/>
        <a:p>
          <a:endParaRPr lang="en-US"/>
        </a:p>
      </dgm:t>
    </dgm:pt>
    <dgm:pt modelId="{2D45A4C5-A941-49C3-A8C2-98BF763A8CD9}">
      <dgm:prSet phldrT="[Text]" custT="1"/>
      <dgm:spPr/>
      <dgm:t>
        <a:bodyPr/>
        <a:lstStyle/>
        <a:p>
          <a:r>
            <a:rPr lang="en-US" sz="2400" dirty="0"/>
            <a:t>Unit Processes (1923)</a:t>
          </a:r>
        </a:p>
      </dgm:t>
    </dgm:pt>
    <dgm:pt modelId="{A4113B21-CC86-4206-9799-C2ADA45861A8}" type="parTrans" cxnId="{2EAAD5D4-88C1-4775-956D-1B0E95F324F5}">
      <dgm:prSet/>
      <dgm:spPr/>
      <dgm:t>
        <a:bodyPr/>
        <a:lstStyle/>
        <a:p>
          <a:endParaRPr lang="en-US"/>
        </a:p>
      </dgm:t>
    </dgm:pt>
    <dgm:pt modelId="{5138F0C4-FA17-4993-BDEE-80F800E362DE}" type="sibTrans" cxnId="{2EAAD5D4-88C1-4775-956D-1B0E95F324F5}">
      <dgm:prSet/>
      <dgm:spPr/>
      <dgm:t>
        <a:bodyPr/>
        <a:lstStyle/>
        <a:p>
          <a:endParaRPr lang="en-US"/>
        </a:p>
      </dgm:t>
    </dgm:pt>
    <dgm:pt modelId="{49F2C42C-6DB6-4376-91B6-E3CE0974E7D9}">
      <dgm:prSet phldrT="[Text]" custT="1"/>
      <dgm:spPr/>
      <dgm:t>
        <a:bodyPr anchor="t"/>
        <a:lstStyle/>
        <a:p>
          <a:pPr algn="ctr"/>
          <a:r>
            <a:rPr lang="en-US" sz="2000" dirty="0"/>
            <a:t>Oxidation, Hydration, Hydrogenation, Halogenation, Nitration, Etc.</a:t>
          </a:r>
        </a:p>
      </dgm:t>
    </dgm:pt>
    <dgm:pt modelId="{D22E967C-1C9E-423D-9B29-485553DC51EC}" type="parTrans" cxnId="{38C5A82D-2EAE-4F2D-853D-B564664179F5}">
      <dgm:prSet/>
      <dgm:spPr/>
      <dgm:t>
        <a:bodyPr/>
        <a:lstStyle/>
        <a:p>
          <a:endParaRPr lang="en-US"/>
        </a:p>
      </dgm:t>
    </dgm:pt>
    <dgm:pt modelId="{3DC65AF2-EA56-4F36-A2EB-6AFCFD9646B1}" type="sibTrans" cxnId="{38C5A82D-2EAE-4F2D-853D-B564664179F5}">
      <dgm:prSet/>
      <dgm:spPr/>
      <dgm:t>
        <a:bodyPr/>
        <a:lstStyle/>
        <a:p>
          <a:endParaRPr lang="en-US"/>
        </a:p>
      </dgm:t>
    </dgm:pt>
    <dgm:pt modelId="{45EE7D92-EC40-4592-9416-9C19A52BC46A}">
      <dgm:prSet custT="1"/>
      <dgm:spPr/>
      <dgm:t>
        <a:bodyPr/>
        <a:lstStyle/>
        <a:p>
          <a:r>
            <a:rPr lang="en-US" sz="2400" dirty="0"/>
            <a:t>Heat Transfer</a:t>
          </a:r>
        </a:p>
      </dgm:t>
    </dgm:pt>
    <dgm:pt modelId="{77550D55-206F-41F5-B1C9-1784072D783D}" type="parTrans" cxnId="{84F27645-8B74-4920-820D-4AD11104E796}">
      <dgm:prSet/>
      <dgm:spPr/>
      <dgm:t>
        <a:bodyPr/>
        <a:lstStyle/>
        <a:p>
          <a:endParaRPr lang="en-US"/>
        </a:p>
      </dgm:t>
    </dgm:pt>
    <dgm:pt modelId="{665F3903-7B2A-49CF-AD98-4D2F4FCC3F21}" type="sibTrans" cxnId="{84F27645-8B74-4920-820D-4AD11104E796}">
      <dgm:prSet/>
      <dgm:spPr/>
      <dgm:t>
        <a:bodyPr/>
        <a:lstStyle/>
        <a:p>
          <a:endParaRPr lang="en-US"/>
        </a:p>
      </dgm:t>
    </dgm:pt>
    <dgm:pt modelId="{8C69EF38-C673-4A5C-BC4F-E21581E43773}">
      <dgm:prSet custT="1"/>
      <dgm:spPr/>
      <dgm:t>
        <a:bodyPr/>
        <a:lstStyle/>
        <a:p>
          <a:r>
            <a:rPr lang="en-US" sz="2400" dirty="0"/>
            <a:t>Mass Transfer</a:t>
          </a:r>
        </a:p>
      </dgm:t>
    </dgm:pt>
    <dgm:pt modelId="{DCC75C5D-215E-44B1-96BB-5D6B07538088}" type="parTrans" cxnId="{D9A78033-E282-4F7E-8A54-8F3EDCA93695}">
      <dgm:prSet/>
      <dgm:spPr/>
      <dgm:t>
        <a:bodyPr/>
        <a:lstStyle/>
        <a:p>
          <a:endParaRPr lang="en-US"/>
        </a:p>
      </dgm:t>
    </dgm:pt>
    <dgm:pt modelId="{A9459812-50A7-431E-A510-985D39CD621E}" type="sibTrans" cxnId="{D9A78033-E282-4F7E-8A54-8F3EDCA93695}">
      <dgm:prSet/>
      <dgm:spPr/>
      <dgm:t>
        <a:bodyPr/>
        <a:lstStyle/>
        <a:p>
          <a:endParaRPr lang="en-US"/>
        </a:p>
      </dgm:t>
    </dgm:pt>
    <dgm:pt modelId="{414F5AB0-53AF-4A84-95A1-992975628A7B}">
      <dgm:prSet/>
      <dgm:spPr/>
      <dgm:t>
        <a:bodyPr/>
        <a:lstStyle/>
        <a:p>
          <a:r>
            <a:rPr lang="en-US" dirty="0"/>
            <a:t>Properties of Solids</a:t>
          </a:r>
        </a:p>
        <a:p>
          <a:r>
            <a:rPr lang="en-US" dirty="0"/>
            <a:t>Size Reduction</a:t>
          </a:r>
        </a:p>
        <a:p>
          <a:r>
            <a:rPr lang="en-US" dirty="0"/>
            <a:t>Size Separation</a:t>
          </a:r>
        </a:p>
        <a:p>
          <a:r>
            <a:rPr lang="en-US" dirty="0"/>
            <a:t>Transportation of solids</a:t>
          </a:r>
        </a:p>
        <a:p>
          <a:r>
            <a:rPr lang="en-US" dirty="0"/>
            <a:t>Mixing</a:t>
          </a:r>
        </a:p>
        <a:p>
          <a:r>
            <a:rPr lang="en-US" dirty="0"/>
            <a:t>Feeding etc.</a:t>
          </a:r>
        </a:p>
      </dgm:t>
    </dgm:pt>
    <dgm:pt modelId="{09B818ED-C683-4626-9BD7-E1F914EB78BC}" type="parTrans" cxnId="{D317595C-91B6-4414-8F33-6119054D8D56}">
      <dgm:prSet/>
      <dgm:spPr/>
      <dgm:t>
        <a:bodyPr/>
        <a:lstStyle/>
        <a:p>
          <a:endParaRPr lang="en-US"/>
        </a:p>
      </dgm:t>
    </dgm:pt>
    <dgm:pt modelId="{5B21D105-7377-4552-94B9-401367753782}" type="sibTrans" cxnId="{D317595C-91B6-4414-8F33-6119054D8D56}">
      <dgm:prSet/>
      <dgm:spPr/>
      <dgm:t>
        <a:bodyPr/>
        <a:lstStyle/>
        <a:p>
          <a:endParaRPr lang="en-US"/>
        </a:p>
      </dgm:t>
    </dgm:pt>
    <dgm:pt modelId="{14C96D69-F304-4921-A2DB-FD4E57319F11}" type="pres">
      <dgm:prSet presAssocID="{26C65515-A7D9-4A18-8716-18FBBFFB1A9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F6DD2C4-357E-4C54-AAF9-1A033F4DB31C}" type="pres">
      <dgm:prSet presAssocID="{72F667BF-08EB-41C6-9057-536D3B13B4AD}" presName="hierRoot1" presStyleCnt="0">
        <dgm:presLayoutVars>
          <dgm:hierBranch val="init"/>
        </dgm:presLayoutVars>
      </dgm:prSet>
      <dgm:spPr/>
    </dgm:pt>
    <dgm:pt modelId="{0C5C6C85-3F27-4F3F-8147-7A556EDBB204}" type="pres">
      <dgm:prSet presAssocID="{72F667BF-08EB-41C6-9057-536D3B13B4AD}" presName="rootComposite1" presStyleCnt="0"/>
      <dgm:spPr/>
    </dgm:pt>
    <dgm:pt modelId="{4C405E25-5FAF-46CB-90C4-C5921960918B}" type="pres">
      <dgm:prSet presAssocID="{72F667BF-08EB-41C6-9057-536D3B13B4AD}" presName="rootText1" presStyleLbl="node0" presStyleIdx="0" presStyleCnt="1" custScaleY="168951">
        <dgm:presLayoutVars>
          <dgm:chPref val="3"/>
        </dgm:presLayoutVars>
      </dgm:prSet>
      <dgm:spPr/>
    </dgm:pt>
    <dgm:pt modelId="{5EBCF0D3-84F1-41D3-B088-79FF7BD18CB4}" type="pres">
      <dgm:prSet presAssocID="{72F667BF-08EB-41C6-9057-536D3B13B4AD}" presName="rootConnector1" presStyleLbl="node1" presStyleIdx="0" presStyleCnt="0"/>
      <dgm:spPr/>
    </dgm:pt>
    <dgm:pt modelId="{D657449F-5FA3-42DC-AF09-30F1EC836B92}" type="pres">
      <dgm:prSet presAssocID="{72F667BF-08EB-41C6-9057-536D3B13B4AD}" presName="hierChild2" presStyleCnt="0"/>
      <dgm:spPr/>
    </dgm:pt>
    <dgm:pt modelId="{63404A89-5745-4115-9E62-A56DC1B3AD95}" type="pres">
      <dgm:prSet presAssocID="{2F90A729-FDEB-406F-899F-A0E89A0FDC55}" presName="Name64" presStyleLbl="parChTrans1D2" presStyleIdx="0" presStyleCnt="2"/>
      <dgm:spPr/>
    </dgm:pt>
    <dgm:pt modelId="{AE4DBCDC-EB42-4B71-8E58-E27B2612DBA9}" type="pres">
      <dgm:prSet presAssocID="{27C29295-B534-4EC7-8551-8D775C0DB412}" presName="hierRoot2" presStyleCnt="0">
        <dgm:presLayoutVars>
          <dgm:hierBranch val="init"/>
        </dgm:presLayoutVars>
      </dgm:prSet>
      <dgm:spPr/>
    </dgm:pt>
    <dgm:pt modelId="{85EAAEB6-862B-4A5F-B36C-7FD7AF656643}" type="pres">
      <dgm:prSet presAssocID="{27C29295-B534-4EC7-8551-8D775C0DB412}" presName="rootComposite" presStyleCnt="0"/>
      <dgm:spPr/>
    </dgm:pt>
    <dgm:pt modelId="{DC2DA998-8255-42D1-BF14-F8A219502CB5}" type="pres">
      <dgm:prSet presAssocID="{27C29295-B534-4EC7-8551-8D775C0DB412}" presName="rootText" presStyleLbl="node2" presStyleIdx="0" presStyleCnt="2">
        <dgm:presLayoutVars>
          <dgm:chPref val="3"/>
        </dgm:presLayoutVars>
      </dgm:prSet>
      <dgm:spPr/>
    </dgm:pt>
    <dgm:pt modelId="{6B251880-4CF8-41EB-9F4C-749B53C56EB6}" type="pres">
      <dgm:prSet presAssocID="{27C29295-B534-4EC7-8551-8D775C0DB412}" presName="rootConnector" presStyleLbl="node2" presStyleIdx="0" presStyleCnt="2"/>
      <dgm:spPr/>
    </dgm:pt>
    <dgm:pt modelId="{8F1A126F-61C7-414E-8E9B-B11082D56760}" type="pres">
      <dgm:prSet presAssocID="{27C29295-B534-4EC7-8551-8D775C0DB412}" presName="hierChild4" presStyleCnt="0"/>
      <dgm:spPr/>
    </dgm:pt>
    <dgm:pt modelId="{098223C0-0C5C-4C19-8CA9-45534E773D95}" type="pres">
      <dgm:prSet presAssocID="{2F65DE21-52D9-4F7C-A907-6B688D779069}" presName="Name64" presStyleLbl="parChTrans1D3" presStyleIdx="0" presStyleCnt="5"/>
      <dgm:spPr/>
    </dgm:pt>
    <dgm:pt modelId="{E46273C7-DE59-4CEE-9567-02C57C0E0B0A}" type="pres">
      <dgm:prSet presAssocID="{7F8EE840-D81E-4A71-9585-F39C94691525}" presName="hierRoot2" presStyleCnt="0">
        <dgm:presLayoutVars>
          <dgm:hierBranch val="init"/>
        </dgm:presLayoutVars>
      </dgm:prSet>
      <dgm:spPr/>
    </dgm:pt>
    <dgm:pt modelId="{EC89D42C-A39E-4846-A816-19F538DCD324}" type="pres">
      <dgm:prSet presAssocID="{7F8EE840-D81E-4A71-9585-F39C94691525}" presName="rootComposite" presStyleCnt="0"/>
      <dgm:spPr/>
    </dgm:pt>
    <dgm:pt modelId="{580EB618-EF2C-402D-9187-9B2F19F2C609}" type="pres">
      <dgm:prSet presAssocID="{7F8EE840-D81E-4A71-9585-F39C94691525}" presName="rootText" presStyleLbl="node3" presStyleIdx="0" presStyleCnt="5">
        <dgm:presLayoutVars>
          <dgm:chPref val="3"/>
        </dgm:presLayoutVars>
      </dgm:prSet>
      <dgm:spPr/>
    </dgm:pt>
    <dgm:pt modelId="{E8A6A367-3696-4306-91B3-1482F267DCBA}" type="pres">
      <dgm:prSet presAssocID="{7F8EE840-D81E-4A71-9585-F39C94691525}" presName="rootConnector" presStyleLbl="node3" presStyleIdx="0" presStyleCnt="5"/>
      <dgm:spPr/>
    </dgm:pt>
    <dgm:pt modelId="{529D759F-A5C3-47CD-A55B-726B60E6FE2A}" type="pres">
      <dgm:prSet presAssocID="{7F8EE840-D81E-4A71-9585-F39C94691525}" presName="hierChild4" presStyleCnt="0"/>
      <dgm:spPr/>
    </dgm:pt>
    <dgm:pt modelId="{F57662B5-FDB8-4806-9167-AFD1B4471EDE}" type="pres">
      <dgm:prSet presAssocID="{09B818ED-C683-4626-9BD7-E1F914EB78BC}" presName="Name64" presStyleLbl="parChTrans1D4" presStyleIdx="0" presStyleCnt="1"/>
      <dgm:spPr/>
    </dgm:pt>
    <dgm:pt modelId="{E8EF6EB4-C2A7-4A02-941A-E968FEB01F28}" type="pres">
      <dgm:prSet presAssocID="{414F5AB0-53AF-4A84-95A1-992975628A7B}" presName="hierRoot2" presStyleCnt="0">
        <dgm:presLayoutVars>
          <dgm:hierBranch val="init"/>
        </dgm:presLayoutVars>
      </dgm:prSet>
      <dgm:spPr/>
    </dgm:pt>
    <dgm:pt modelId="{CEFFADF9-BD6C-4F0E-8D32-9F1D69F9526F}" type="pres">
      <dgm:prSet presAssocID="{414F5AB0-53AF-4A84-95A1-992975628A7B}" presName="rootComposite" presStyleCnt="0"/>
      <dgm:spPr/>
    </dgm:pt>
    <dgm:pt modelId="{DC2AE2FD-9F7C-42D0-9476-3ABE9E0E2F91}" type="pres">
      <dgm:prSet presAssocID="{414F5AB0-53AF-4A84-95A1-992975628A7B}" presName="rootText" presStyleLbl="node4" presStyleIdx="0" presStyleCnt="1" custScaleY="285782">
        <dgm:presLayoutVars>
          <dgm:chPref val="3"/>
        </dgm:presLayoutVars>
      </dgm:prSet>
      <dgm:spPr/>
    </dgm:pt>
    <dgm:pt modelId="{954BD052-CDDE-4C94-ACC9-0EF1CDF82D56}" type="pres">
      <dgm:prSet presAssocID="{414F5AB0-53AF-4A84-95A1-992975628A7B}" presName="rootConnector" presStyleLbl="node4" presStyleIdx="0" presStyleCnt="1"/>
      <dgm:spPr/>
    </dgm:pt>
    <dgm:pt modelId="{67F1B150-EB91-48CB-B31D-2E10FCCC9511}" type="pres">
      <dgm:prSet presAssocID="{414F5AB0-53AF-4A84-95A1-992975628A7B}" presName="hierChild4" presStyleCnt="0"/>
      <dgm:spPr/>
    </dgm:pt>
    <dgm:pt modelId="{737A7165-FB49-46A0-A143-A823BA596F88}" type="pres">
      <dgm:prSet presAssocID="{414F5AB0-53AF-4A84-95A1-992975628A7B}" presName="hierChild5" presStyleCnt="0"/>
      <dgm:spPr/>
    </dgm:pt>
    <dgm:pt modelId="{1161FF3B-576F-4A2F-A081-0326A2FF6CF6}" type="pres">
      <dgm:prSet presAssocID="{7F8EE840-D81E-4A71-9585-F39C94691525}" presName="hierChild5" presStyleCnt="0"/>
      <dgm:spPr/>
    </dgm:pt>
    <dgm:pt modelId="{174A265C-30C3-4E77-9909-72841D3C6BB1}" type="pres">
      <dgm:prSet presAssocID="{44DB69C0-0507-4AAE-BBDB-475E9DA31C0C}" presName="Name64" presStyleLbl="parChTrans1D3" presStyleIdx="1" presStyleCnt="5"/>
      <dgm:spPr/>
    </dgm:pt>
    <dgm:pt modelId="{A68E72E2-1795-4B00-A83B-DA00BB7C17EA}" type="pres">
      <dgm:prSet presAssocID="{AF494D54-4CA0-4B57-B5F4-32800F8CE5B1}" presName="hierRoot2" presStyleCnt="0">
        <dgm:presLayoutVars>
          <dgm:hierBranch val="init"/>
        </dgm:presLayoutVars>
      </dgm:prSet>
      <dgm:spPr/>
    </dgm:pt>
    <dgm:pt modelId="{89A2DFE7-E71D-404B-A2DA-5098AFACB78E}" type="pres">
      <dgm:prSet presAssocID="{AF494D54-4CA0-4B57-B5F4-32800F8CE5B1}" presName="rootComposite" presStyleCnt="0"/>
      <dgm:spPr/>
    </dgm:pt>
    <dgm:pt modelId="{9C82445B-8C39-4F36-95EB-68D7D0D994C4}" type="pres">
      <dgm:prSet presAssocID="{AF494D54-4CA0-4B57-B5F4-32800F8CE5B1}" presName="rootText" presStyleLbl="node3" presStyleIdx="1" presStyleCnt="5">
        <dgm:presLayoutVars>
          <dgm:chPref val="3"/>
        </dgm:presLayoutVars>
      </dgm:prSet>
      <dgm:spPr/>
    </dgm:pt>
    <dgm:pt modelId="{8E8EC5F3-A87C-4F83-A505-555D684F518E}" type="pres">
      <dgm:prSet presAssocID="{AF494D54-4CA0-4B57-B5F4-32800F8CE5B1}" presName="rootConnector" presStyleLbl="node3" presStyleIdx="1" presStyleCnt="5"/>
      <dgm:spPr/>
    </dgm:pt>
    <dgm:pt modelId="{F5B3CC5B-64F0-41E0-AD35-E0BEF8ED297F}" type="pres">
      <dgm:prSet presAssocID="{AF494D54-4CA0-4B57-B5F4-32800F8CE5B1}" presName="hierChild4" presStyleCnt="0"/>
      <dgm:spPr/>
    </dgm:pt>
    <dgm:pt modelId="{E696DBF3-5307-4745-A89F-23933C77B499}" type="pres">
      <dgm:prSet presAssocID="{AF494D54-4CA0-4B57-B5F4-32800F8CE5B1}" presName="hierChild5" presStyleCnt="0"/>
      <dgm:spPr/>
    </dgm:pt>
    <dgm:pt modelId="{B89C9368-EAF4-4990-9296-A4114D398693}" type="pres">
      <dgm:prSet presAssocID="{77550D55-206F-41F5-B1C9-1784072D783D}" presName="Name64" presStyleLbl="parChTrans1D3" presStyleIdx="2" presStyleCnt="5"/>
      <dgm:spPr/>
    </dgm:pt>
    <dgm:pt modelId="{1158DF16-DE7A-4934-839F-223D863B9BB6}" type="pres">
      <dgm:prSet presAssocID="{45EE7D92-EC40-4592-9416-9C19A52BC46A}" presName="hierRoot2" presStyleCnt="0">
        <dgm:presLayoutVars>
          <dgm:hierBranch val="init"/>
        </dgm:presLayoutVars>
      </dgm:prSet>
      <dgm:spPr/>
    </dgm:pt>
    <dgm:pt modelId="{E29067EE-F27D-4F62-9C3C-42C27CFA93E5}" type="pres">
      <dgm:prSet presAssocID="{45EE7D92-EC40-4592-9416-9C19A52BC46A}" presName="rootComposite" presStyleCnt="0"/>
      <dgm:spPr/>
    </dgm:pt>
    <dgm:pt modelId="{7D2C23EC-626D-41DC-AE24-8E8046D4053D}" type="pres">
      <dgm:prSet presAssocID="{45EE7D92-EC40-4592-9416-9C19A52BC46A}" presName="rootText" presStyleLbl="node3" presStyleIdx="2" presStyleCnt="5">
        <dgm:presLayoutVars>
          <dgm:chPref val="3"/>
        </dgm:presLayoutVars>
      </dgm:prSet>
      <dgm:spPr/>
    </dgm:pt>
    <dgm:pt modelId="{66BB0C26-5305-4549-B401-B585806A0DD2}" type="pres">
      <dgm:prSet presAssocID="{45EE7D92-EC40-4592-9416-9C19A52BC46A}" presName="rootConnector" presStyleLbl="node3" presStyleIdx="2" presStyleCnt="5"/>
      <dgm:spPr/>
    </dgm:pt>
    <dgm:pt modelId="{AAECEBD9-834A-47A0-8421-5A438C65C917}" type="pres">
      <dgm:prSet presAssocID="{45EE7D92-EC40-4592-9416-9C19A52BC46A}" presName="hierChild4" presStyleCnt="0"/>
      <dgm:spPr/>
    </dgm:pt>
    <dgm:pt modelId="{AA20939D-37C2-4CE8-B677-D3A12D34A1D6}" type="pres">
      <dgm:prSet presAssocID="{45EE7D92-EC40-4592-9416-9C19A52BC46A}" presName="hierChild5" presStyleCnt="0"/>
      <dgm:spPr/>
    </dgm:pt>
    <dgm:pt modelId="{8FDBA157-769C-42AE-8506-565BE36E0391}" type="pres">
      <dgm:prSet presAssocID="{DCC75C5D-215E-44B1-96BB-5D6B07538088}" presName="Name64" presStyleLbl="parChTrans1D3" presStyleIdx="3" presStyleCnt="5"/>
      <dgm:spPr/>
    </dgm:pt>
    <dgm:pt modelId="{B2523547-FF01-4C7E-B12A-ADF832977AA0}" type="pres">
      <dgm:prSet presAssocID="{8C69EF38-C673-4A5C-BC4F-E21581E43773}" presName="hierRoot2" presStyleCnt="0">
        <dgm:presLayoutVars>
          <dgm:hierBranch val="init"/>
        </dgm:presLayoutVars>
      </dgm:prSet>
      <dgm:spPr/>
    </dgm:pt>
    <dgm:pt modelId="{408D8B22-34DD-4C9F-8458-7023C3080B86}" type="pres">
      <dgm:prSet presAssocID="{8C69EF38-C673-4A5C-BC4F-E21581E43773}" presName="rootComposite" presStyleCnt="0"/>
      <dgm:spPr/>
    </dgm:pt>
    <dgm:pt modelId="{8F91CAFA-74D0-4317-A100-ADA75A8D2C0F}" type="pres">
      <dgm:prSet presAssocID="{8C69EF38-C673-4A5C-BC4F-E21581E43773}" presName="rootText" presStyleLbl="node3" presStyleIdx="3" presStyleCnt="5">
        <dgm:presLayoutVars>
          <dgm:chPref val="3"/>
        </dgm:presLayoutVars>
      </dgm:prSet>
      <dgm:spPr/>
    </dgm:pt>
    <dgm:pt modelId="{27697D67-1A31-4886-891A-15FF93E79A1C}" type="pres">
      <dgm:prSet presAssocID="{8C69EF38-C673-4A5C-BC4F-E21581E43773}" presName="rootConnector" presStyleLbl="node3" presStyleIdx="3" presStyleCnt="5"/>
      <dgm:spPr/>
    </dgm:pt>
    <dgm:pt modelId="{9AFC8E25-130A-4AF4-9233-BD38E0F599A7}" type="pres">
      <dgm:prSet presAssocID="{8C69EF38-C673-4A5C-BC4F-E21581E43773}" presName="hierChild4" presStyleCnt="0"/>
      <dgm:spPr/>
    </dgm:pt>
    <dgm:pt modelId="{735C052E-518B-4664-A908-D79523F3D850}" type="pres">
      <dgm:prSet presAssocID="{8C69EF38-C673-4A5C-BC4F-E21581E43773}" presName="hierChild5" presStyleCnt="0"/>
      <dgm:spPr/>
    </dgm:pt>
    <dgm:pt modelId="{77BDEE1C-7FAF-4015-A651-B9F63258AA32}" type="pres">
      <dgm:prSet presAssocID="{27C29295-B534-4EC7-8551-8D775C0DB412}" presName="hierChild5" presStyleCnt="0"/>
      <dgm:spPr/>
    </dgm:pt>
    <dgm:pt modelId="{20F6D026-8278-4665-B0DA-154DA80A9CB1}" type="pres">
      <dgm:prSet presAssocID="{A4113B21-CC86-4206-9799-C2ADA45861A8}" presName="Name64" presStyleLbl="parChTrans1D2" presStyleIdx="1" presStyleCnt="2"/>
      <dgm:spPr/>
    </dgm:pt>
    <dgm:pt modelId="{B085E773-FB67-4B03-A5D8-3688471A257B}" type="pres">
      <dgm:prSet presAssocID="{2D45A4C5-A941-49C3-A8C2-98BF763A8CD9}" presName="hierRoot2" presStyleCnt="0">
        <dgm:presLayoutVars>
          <dgm:hierBranch val="init"/>
        </dgm:presLayoutVars>
      </dgm:prSet>
      <dgm:spPr/>
    </dgm:pt>
    <dgm:pt modelId="{2EB2BDCB-D98F-4C2E-95D0-134B2ECFF140}" type="pres">
      <dgm:prSet presAssocID="{2D45A4C5-A941-49C3-A8C2-98BF763A8CD9}" presName="rootComposite" presStyleCnt="0"/>
      <dgm:spPr/>
    </dgm:pt>
    <dgm:pt modelId="{257A3739-788F-4D5F-B102-2A9450519242}" type="pres">
      <dgm:prSet presAssocID="{2D45A4C5-A941-49C3-A8C2-98BF763A8CD9}" presName="rootText" presStyleLbl="node2" presStyleIdx="1" presStyleCnt="2">
        <dgm:presLayoutVars>
          <dgm:chPref val="3"/>
        </dgm:presLayoutVars>
      </dgm:prSet>
      <dgm:spPr/>
    </dgm:pt>
    <dgm:pt modelId="{B1B61B0E-044F-40DA-AC6A-6BC43F0C806B}" type="pres">
      <dgm:prSet presAssocID="{2D45A4C5-A941-49C3-A8C2-98BF763A8CD9}" presName="rootConnector" presStyleLbl="node2" presStyleIdx="1" presStyleCnt="2"/>
      <dgm:spPr/>
    </dgm:pt>
    <dgm:pt modelId="{4B1B2AD4-FBC1-49AE-93DA-35F82EB549BD}" type="pres">
      <dgm:prSet presAssocID="{2D45A4C5-A941-49C3-A8C2-98BF763A8CD9}" presName="hierChild4" presStyleCnt="0"/>
      <dgm:spPr/>
    </dgm:pt>
    <dgm:pt modelId="{D14F4FAB-E98D-4A17-AF08-52F40EA11296}" type="pres">
      <dgm:prSet presAssocID="{D22E967C-1C9E-423D-9B29-485553DC51EC}" presName="Name64" presStyleLbl="parChTrans1D3" presStyleIdx="4" presStyleCnt="5"/>
      <dgm:spPr/>
    </dgm:pt>
    <dgm:pt modelId="{DBDE7015-815E-418B-A03E-6F15C2CDDE54}" type="pres">
      <dgm:prSet presAssocID="{49F2C42C-6DB6-4376-91B6-E3CE0974E7D9}" presName="hierRoot2" presStyleCnt="0">
        <dgm:presLayoutVars>
          <dgm:hierBranch val="init"/>
        </dgm:presLayoutVars>
      </dgm:prSet>
      <dgm:spPr/>
    </dgm:pt>
    <dgm:pt modelId="{9F1543F0-059B-40E9-A3B8-42CD63DCBA72}" type="pres">
      <dgm:prSet presAssocID="{49F2C42C-6DB6-4376-91B6-E3CE0974E7D9}" presName="rootComposite" presStyleCnt="0"/>
      <dgm:spPr/>
    </dgm:pt>
    <dgm:pt modelId="{DAA8D479-EFA4-49A8-A21C-9EB3E3659583}" type="pres">
      <dgm:prSet presAssocID="{49F2C42C-6DB6-4376-91B6-E3CE0974E7D9}" presName="rootText" presStyleLbl="node3" presStyleIdx="4" presStyleCnt="5" custScaleX="129543" custScaleY="121105">
        <dgm:presLayoutVars>
          <dgm:chPref val="3"/>
        </dgm:presLayoutVars>
      </dgm:prSet>
      <dgm:spPr/>
    </dgm:pt>
    <dgm:pt modelId="{2BDA2275-FBCB-41C7-82C3-9183EC6C42EF}" type="pres">
      <dgm:prSet presAssocID="{49F2C42C-6DB6-4376-91B6-E3CE0974E7D9}" presName="rootConnector" presStyleLbl="node3" presStyleIdx="4" presStyleCnt="5"/>
      <dgm:spPr/>
    </dgm:pt>
    <dgm:pt modelId="{352B1156-9627-4DBB-956B-CE4ECB670756}" type="pres">
      <dgm:prSet presAssocID="{49F2C42C-6DB6-4376-91B6-E3CE0974E7D9}" presName="hierChild4" presStyleCnt="0"/>
      <dgm:spPr/>
    </dgm:pt>
    <dgm:pt modelId="{6B857DDA-9A32-4E28-9B10-7751178C4A5A}" type="pres">
      <dgm:prSet presAssocID="{49F2C42C-6DB6-4376-91B6-E3CE0974E7D9}" presName="hierChild5" presStyleCnt="0"/>
      <dgm:spPr/>
    </dgm:pt>
    <dgm:pt modelId="{8FCF61DB-D280-4573-9125-646785D60252}" type="pres">
      <dgm:prSet presAssocID="{2D45A4C5-A941-49C3-A8C2-98BF763A8CD9}" presName="hierChild5" presStyleCnt="0"/>
      <dgm:spPr/>
    </dgm:pt>
    <dgm:pt modelId="{CDA5E459-3E46-49A2-B13C-426F9B4E86AB}" type="pres">
      <dgm:prSet presAssocID="{72F667BF-08EB-41C6-9057-536D3B13B4AD}" presName="hierChild3" presStyleCnt="0"/>
      <dgm:spPr/>
    </dgm:pt>
  </dgm:ptLst>
  <dgm:cxnLst>
    <dgm:cxn modelId="{2EE8290A-BB74-4E58-AA22-F50DF604B270}" type="presOf" srcId="{72F667BF-08EB-41C6-9057-536D3B13B4AD}" destId="{5EBCF0D3-84F1-41D3-B088-79FF7BD18CB4}" srcOrd="1" destOrd="0" presId="urn:microsoft.com/office/officeart/2009/3/layout/HorizontalOrganizationChart"/>
    <dgm:cxn modelId="{F6FC2411-82C3-46C6-9C88-AF2E949D8A46}" type="presOf" srcId="{49F2C42C-6DB6-4376-91B6-E3CE0974E7D9}" destId="{DAA8D479-EFA4-49A8-A21C-9EB3E3659583}" srcOrd="0" destOrd="0" presId="urn:microsoft.com/office/officeart/2009/3/layout/HorizontalOrganizationChart"/>
    <dgm:cxn modelId="{69DE2C17-1CFB-4504-AFE9-4E5E10EB4576}" type="presOf" srcId="{A4113B21-CC86-4206-9799-C2ADA45861A8}" destId="{20F6D026-8278-4665-B0DA-154DA80A9CB1}" srcOrd="0" destOrd="0" presId="urn:microsoft.com/office/officeart/2009/3/layout/HorizontalOrganizationChart"/>
    <dgm:cxn modelId="{20553125-B6CB-4A86-AA0A-0501B240D3BB}" type="presOf" srcId="{2F90A729-FDEB-406F-899F-A0E89A0FDC55}" destId="{63404A89-5745-4115-9E62-A56DC1B3AD95}" srcOrd="0" destOrd="0" presId="urn:microsoft.com/office/officeart/2009/3/layout/HorizontalOrganizationChart"/>
    <dgm:cxn modelId="{38C5A82D-2EAE-4F2D-853D-B564664179F5}" srcId="{2D45A4C5-A941-49C3-A8C2-98BF763A8CD9}" destId="{49F2C42C-6DB6-4376-91B6-E3CE0974E7D9}" srcOrd="0" destOrd="0" parTransId="{D22E967C-1C9E-423D-9B29-485553DC51EC}" sibTransId="{3DC65AF2-EA56-4F36-A2EB-6AFCFD9646B1}"/>
    <dgm:cxn modelId="{3F6F7130-2261-4AAB-93BA-EA82F3ACD1B5}" type="presOf" srcId="{AF494D54-4CA0-4B57-B5F4-32800F8CE5B1}" destId="{9C82445B-8C39-4F36-95EB-68D7D0D994C4}" srcOrd="0" destOrd="0" presId="urn:microsoft.com/office/officeart/2009/3/layout/HorizontalOrganizationChart"/>
    <dgm:cxn modelId="{D9A78033-E282-4F7E-8A54-8F3EDCA93695}" srcId="{27C29295-B534-4EC7-8551-8D775C0DB412}" destId="{8C69EF38-C673-4A5C-BC4F-E21581E43773}" srcOrd="3" destOrd="0" parTransId="{DCC75C5D-215E-44B1-96BB-5D6B07538088}" sibTransId="{A9459812-50A7-431E-A510-985D39CD621E}"/>
    <dgm:cxn modelId="{6F752A37-DBB8-48D7-AD29-8D186AB066BF}" type="presOf" srcId="{44DB69C0-0507-4AAE-BBDB-475E9DA31C0C}" destId="{174A265C-30C3-4E77-9909-72841D3C6BB1}" srcOrd="0" destOrd="0" presId="urn:microsoft.com/office/officeart/2009/3/layout/HorizontalOrganizationChart"/>
    <dgm:cxn modelId="{CFA2003A-8BC3-4185-B285-44AF2ED60A2F}" type="presOf" srcId="{414F5AB0-53AF-4A84-95A1-992975628A7B}" destId="{DC2AE2FD-9F7C-42D0-9476-3ABE9E0E2F91}" srcOrd="0" destOrd="0" presId="urn:microsoft.com/office/officeart/2009/3/layout/HorizontalOrganizationChart"/>
    <dgm:cxn modelId="{0D132C5C-6C92-420B-BE95-AD635D88BC7B}" srcId="{27C29295-B534-4EC7-8551-8D775C0DB412}" destId="{7F8EE840-D81E-4A71-9585-F39C94691525}" srcOrd="0" destOrd="0" parTransId="{2F65DE21-52D9-4F7C-A907-6B688D779069}" sibTransId="{D95B1B70-0F7C-4A69-815A-8ABFBD515935}"/>
    <dgm:cxn modelId="{D317595C-91B6-4414-8F33-6119054D8D56}" srcId="{7F8EE840-D81E-4A71-9585-F39C94691525}" destId="{414F5AB0-53AF-4A84-95A1-992975628A7B}" srcOrd="0" destOrd="0" parTransId="{09B818ED-C683-4626-9BD7-E1F914EB78BC}" sibTransId="{5B21D105-7377-4552-94B9-401367753782}"/>
    <dgm:cxn modelId="{E34BFA5C-20B5-4D01-AA83-AA0CB86C809D}" type="presOf" srcId="{414F5AB0-53AF-4A84-95A1-992975628A7B}" destId="{954BD052-CDDE-4C94-ACC9-0EF1CDF82D56}" srcOrd="1" destOrd="0" presId="urn:microsoft.com/office/officeart/2009/3/layout/HorizontalOrganizationChart"/>
    <dgm:cxn modelId="{B16B815E-7F94-4F3A-AA9D-52680E73FF16}" type="presOf" srcId="{77550D55-206F-41F5-B1C9-1784072D783D}" destId="{B89C9368-EAF4-4990-9296-A4114D398693}" srcOrd="0" destOrd="0" presId="urn:microsoft.com/office/officeart/2009/3/layout/HorizontalOrganizationChart"/>
    <dgm:cxn modelId="{84F27645-8B74-4920-820D-4AD11104E796}" srcId="{27C29295-B534-4EC7-8551-8D775C0DB412}" destId="{45EE7D92-EC40-4592-9416-9C19A52BC46A}" srcOrd="2" destOrd="0" parTransId="{77550D55-206F-41F5-B1C9-1784072D783D}" sibTransId="{665F3903-7B2A-49CF-AD98-4D2F4FCC3F21}"/>
    <dgm:cxn modelId="{B9233448-6CE6-4E09-B485-483ECC9646A8}" type="presOf" srcId="{72F667BF-08EB-41C6-9057-536D3B13B4AD}" destId="{4C405E25-5FAF-46CB-90C4-C5921960918B}" srcOrd="0" destOrd="0" presId="urn:microsoft.com/office/officeart/2009/3/layout/HorizontalOrganizationChart"/>
    <dgm:cxn modelId="{AB65266D-23BD-48FE-8B01-FB50D51F2DAF}" type="presOf" srcId="{45EE7D92-EC40-4592-9416-9C19A52BC46A}" destId="{66BB0C26-5305-4549-B401-B585806A0DD2}" srcOrd="1" destOrd="0" presId="urn:microsoft.com/office/officeart/2009/3/layout/HorizontalOrganizationChart"/>
    <dgm:cxn modelId="{A0CAE16E-0BD8-478A-B75A-49F1048470C6}" type="presOf" srcId="{D22E967C-1C9E-423D-9B29-485553DC51EC}" destId="{D14F4FAB-E98D-4A17-AF08-52F40EA11296}" srcOrd="0" destOrd="0" presId="urn:microsoft.com/office/officeart/2009/3/layout/HorizontalOrganizationChart"/>
    <dgm:cxn modelId="{8375C651-86C5-44BA-85FA-BD62804DC7A1}" srcId="{72F667BF-08EB-41C6-9057-536D3B13B4AD}" destId="{27C29295-B534-4EC7-8551-8D775C0DB412}" srcOrd="0" destOrd="0" parTransId="{2F90A729-FDEB-406F-899F-A0E89A0FDC55}" sibTransId="{B6608EC9-701B-4725-BAE0-8970E7B5079F}"/>
    <dgm:cxn modelId="{D4D44B85-41D0-4D8D-BAB7-61192E1C7222}" srcId="{27C29295-B534-4EC7-8551-8D775C0DB412}" destId="{AF494D54-4CA0-4B57-B5F4-32800F8CE5B1}" srcOrd="1" destOrd="0" parTransId="{44DB69C0-0507-4AAE-BBDB-475E9DA31C0C}" sibTransId="{B967FD52-C587-4FF7-A2D2-CB09B8C1D86B}"/>
    <dgm:cxn modelId="{6BB4D386-5312-49E1-BBE4-A52250786404}" type="presOf" srcId="{7F8EE840-D81E-4A71-9585-F39C94691525}" destId="{E8A6A367-3696-4306-91B3-1482F267DCBA}" srcOrd="1" destOrd="0" presId="urn:microsoft.com/office/officeart/2009/3/layout/HorizontalOrganizationChart"/>
    <dgm:cxn modelId="{81276190-0C98-413D-962A-8A6E49C527E3}" type="presOf" srcId="{27C29295-B534-4EC7-8551-8D775C0DB412}" destId="{6B251880-4CF8-41EB-9F4C-749B53C56EB6}" srcOrd="1" destOrd="0" presId="urn:microsoft.com/office/officeart/2009/3/layout/HorizontalOrganizationChart"/>
    <dgm:cxn modelId="{9C873A91-5F99-4286-ABA3-A9485E370FB5}" type="presOf" srcId="{09B818ED-C683-4626-9BD7-E1F914EB78BC}" destId="{F57662B5-FDB8-4806-9167-AFD1B4471EDE}" srcOrd="0" destOrd="0" presId="urn:microsoft.com/office/officeart/2009/3/layout/HorizontalOrganizationChart"/>
    <dgm:cxn modelId="{F6302F9D-E015-41AE-9D60-9CD90DDDD183}" type="presOf" srcId="{AF494D54-4CA0-4B57-B5F4-32800F8CE5B1}" destId="{8E8EC5F3-A87C-4F83-A505-555D684F518E}" srcOrd="1" destOrd="0" presId="urn:microsoft.com/office/officeart/2009/3/layout/HorizontalOrganizationChart"/>
    <dgm:cxn modelId="{3C4ACAA0-FF76-4993-8178-7087A65F697D}" type="presOf" srcId="{26C65515-A7D9-4A18-8716-18FBBFFB1A9D}" destId="{14C96D69-F304-4921-A2DB-FD4E57319F11}" srcOrd="0" destOrd="0" presId="urn:microsoft.com/office/officeart/2009/3/layout/HorizontalOrganizationChart"/>
    <dgm:cxn modelId="{B7C0F0A9-352F-410B-80DD-5B0A7E6A2F4C}" type="presOf" srcId="{49F2C42C-6DB6-4376-91B6-E3CE0974E7D9}" destId="{2BDA2275-FBCB-41C7-82C3-9183EC6C42EF}" srcOrd="1" destOrd="0" presId="urn:microsoft.com/office/officeart/2009/3/layout/HorizontalOrganizationChart"/>
    <dgm:cxn modelId="{8EAB7BAB-7E01-4394-87D3-158E6A1EEE40}" type="presOf" srcId="{8C69EF38-C673-4A5C-BC4F-E21581E43773}" destId="{8F91CAFA-74D0-4317-A100-ADA75A8D2C0F}" srcOrd="0" destOrd="0" presId="urn:microsoft.com/office/officeart/2009/3/layout/HorizontalOrganizationChart"/>
    <dgm:cxn modelId="{D199FCB3-0445-431B-9AA9-F660CA6215BB}" type="presOf" srcId="{2D45A4C5-A941-49C3-A8C2-98BF763A8CD9}" destId="{257A3739-788F-4D5F-B102-2A9450519242}" srcOrd="0" destOrd="0" presId="urn:microsoft.com/office/officeart/2009/3/layout/HorizontalOrganizationChart"/>
    <dgm:cxn modelId="{81AD9BB6-4621-40C6-9351-A4F36F9F47DB}" type="presOf" srcId="{2F65DE21-52D9-4F7C-A907-6B688D779069}" destId="{098223C0-0C5C-4C19-8CA9-45534E773D95}" srcOrd="0" destOrd="0" presId="urn:microsoft.com/office/officeart/2009/3/layout/HorizontalOrganizationChart"/>
    <dgm:cxn modelId="{51D029BB-A727-41DD-B751-AAB73FD330B2}" type="presOf" srcId="{2D45A4C5-A941-49C3-A8C2-98BF763A8CD9}" destId="{B1B61B0E-044F-40DA-AC6A-6BC43F0C806B}" srcOrd="1" destOrd="0" presId="urn:microsoft.com/office/officeart/2009/3/layout/HorizontalOrganizationChart"/>
    <dgm:cxn modelId="{89FE18BF-E336-4EBF-BBA6-9B37D0EAA871}" type="presOf" srcId="{7F8EE840-D81E-4A71-9585-F39C94691525}" destId="{580EB618-EF2C-402D-9187-9B2F19F2C609}" srcOrd="0" destOrd="0" presId="urn:microsoft.com/office/officeart/2009/3/layout/HorizontalOrganizationChart"/>
    <dgm:cxn modelId="{F325DDC4-1AA6-46C1-95CC-58341388A0CE}" type="presOf" srcId="{DCC75C5D-215E-44B1-96BB-5D6B07538088}" destId="{8FDBA157-769C-42AE-8506-565BE36E0391}" srcOrd="0" destOrd="0" presId="urn:microsoft.com/office/officeart/2009/3/layout/HorizontalOrganizationChart"/>
    <dgm:cxn modelId="{2EAAD5D4-88C1-4775-956D-1B0E95F324F5}" srcId="{72F667BF-08EB-41C6-9057-536D3B13B4AD}" destId="{2D45A4C5-A941-49C3-A8C2-98BF763A8CD9}" srcOrd="1" destOrd="0" parTransId="{A4113B21-CC86-4206-9799-C2ADA45861A8}" sibTransId="{5138F0C4-FA17-4993-BDEE-80F800E362DE}"/>
    <dgm:cxn modelId="{BE9339E1-7165-40FA-BD1F-0BB5B75BACF3}" srcId="{26C65515-A7D9-4A18-8716-18FBBFFB1A9D}" destId="{72F667BF-08EB-41C6-9057-536D3B13B4AD}" srcOrd="0" destOrd="0" parTransId="{BC88094F-93BE-46D7-95B6-9EE75C5935BA}" sibTransId="{45B73CEE-BEFB-4A50-A500-D61545C079A6}"/>
    <dgm:cxn modelId="{11289EE6-D7ED-4682-894E-70AED03836DB}" type="presOf" srcId="{45EE7D92-EC40-4592-9416-9C19A52BC46A}" destId="{7D2C23EC-626D-41DC-AE24-8E8046D4053D}" srcOrd="0" destOrd="0" presId="urn:microsoft.com/office/officeart/2009/3/layout/HorizontalOrganizationChart"/>
    <dgm:cxn modelId="{E5EABEE9-F654-4A43-A2F3-8DA82109BC60}" type="presOf" srcId="{8C69EF38-C673-4A5C-BC4F-E21581E43773}" destId="{27697D67-1A31-4886-891A-15FF93E79A1C}" srcOrd="1" destOrd="0" presId="urn:microsoft.com/office/officeart/2009/3/layout/HorizontalOrganizationChart"/>
    <dgm:cxn modelId="{3B4B7CF5-765D-4B60-8B8C-93F657A35225}" type="presOf" srcId="{27C29295-B534-4EC7-8551-8D775C0DB412}" destId="{DC2DA998-8255-42D1-BF14-F8A219502CB5}" srcOrd="0" destOrd="0" presId="urn:microsoft.com/office/officeart/2009/3/layout/HorizontalOrganizationChart"/>
    <dgm:cxn modelId="{5E1EBD29-0FAF-44ED-AF2F-F9031D20E939}" type="presParOf" srcId="{14C96D69-F304-4921-A2DB-FD4E57319F11}" destId="{2F6DD2C4-357E-4C54-AAF9-1A033F4DB31C}" srcOrd="0" destOrd="0" presId="urn:microsoft.com/office/officeart/2009/3/layout/HorizontalOrganizationChart"/>
    <dgm:cxn modelId="{254A3F08-EA34-4376-8C79-FAF5CF28E7BA}" type="presParOf" srcId="{2F6DD2C4-357E-4C54-AAF9-1A033F4DB31C}" destId="{0C5C6C85-3F27-4F3F-8147-7A556EDBB204}" srcOrd="0" destOrd="0" presId="urn:microsoft.com/office/officeart/2009/3/layout/HorizontalOrganizationChart"/>
    <dgm:cxn modelId="{74771FAB-2EC4-478E-9F37-DDEB451CCE90}" type="presParOf" srcId="{0C5C6C85-3F27-4F3F-8147-7A556EDBB204}" destId="{4C405E25-5FAF-46CB-90C4-C5921960918B}" srcOrd="0" destOrd="0" presId="urn:microsoft.com/office/officeart/2009/3/layout/HorizontalOrganizationChart"/>
    <dgm:cxn modelId="{920247A1-F84A-4419-AF53-847019A37CA1}" type="presParOf" srcId="{0C5C6C85-3F27-4F3F-8147-7A556EDBB204}" destId="{5EBCF0D3-84F1-41D3-B088-79FF7BD18CB4}" srcOrd="1" destOrd="0" presId="urn:microsoft.com/office/officeart/2009/3/layout/HorizontalOrganizationChart"/>
    <dgm:cxn modelId="{B9092359-6AB6-4F62-A107-46332B115F24}" type="presParOf" srcId="{2F6DD2C4-357E-4C54-AAF9-1A033F4DB31C}" destId="{D657449F-5FA3-42DC-AF09-30F1EC836B92}" srcOrd="1" destOrd="0" presId="urn:microsoft.com/office/officeart/2009/3/layout/HorizontalOrganizationChart"/>
    <dgm:cxn modelId="{B6A8D7DE-295F-4BEA-B466-EE1E71197173}" type="presParOf" srcId="{D657449F-5FA3-42DC-AF09-30F1EC836B92}" destId="{63404A89-5745-4115-9E62-A56DC1B3AD95}" srcOrd="0" destOrd="0" presId="urn:microsoft.com/office/officeart/2009/3/layout/HorizontalOrganizationChart"/>
    <dgm:cxn modelId="{1459FF04-82C8-4F16-8AE8-B026F08B8FF9}" type="presParOf" srcId="{D657449F-5FA3-42DC-AF09-30F1EC836B92}" destId="{AE4DBCDC-EB42-4B71-8E58-E27B2612DBA9}" srcOrd="1" destOrd="0" presId="urn:microsoft.com/office/officeart/2009/3/layout/HorizontalOrganizationChart"/>
    <dgm:cxn modelId="{F7B4CD25-9CE8-4491-8397-0E61123F9F7F}" type="presParOf" srcId="{AE4DBCDC-EB42-4B71-8E58-E27B2612DBA9}" destId="{85EAAEB6-862B-4A5F-B36C-7FD7AF656643}" srcOrd="0" destOrd="0" presId="urn:microsoft.com/office/officeart/2009/3/layout/HorizontalOrganizationChart"/>
    <dgm:cxn modelId="{1AF4848D-A925-4778-8BCA-488F928B76E0}" type="presParOf" srcId="{85EAAEB6-862B-4A5F-B36C-7FD7AF656643}" destId="{DC2DA998-8255-42D1-BF14-F8A219502CB5}" srcOrd="0" destOrd="0" presId="urn:microsoft.com/office/officeart/2009/3/layout/HorizontalOrganizationChart"/>
    <dgm:cxn modelId="{F80D0ACD-2146-4F4E-9968-A618A69F2BCB}" type="presParOf" srcId="{85EAAEB6-862B-4A5F-B36C-7FD7AF656643}" destId="{6B251880-4CF8-41EB-9F4C-749B53C56EB6}" srcOrd="1" destOrd="0" presId="urn:microsoft.com/office/officeart/2009/3/layout/HorizontalOrganizationChart"/>
    <dgm:cxn modelId="{9C27A0A5-A646-4BC1-A7FB-5DDEC03919DB}" type="presParOf" srcId="{AE4DBCDC-EB42-4B71-8E58-E27B2612DBA9}" destId="{8F1A126F-61C7-414E-8E9B-B11082D56760}" srcOrd="1" destOrd="0" presId="urn:microsoft.com/office/officeart/2009/3/layout/HorizontalOrganizationChart"/>
    <dgm:cxn modelId="{2798CA95-B4A3-44EA-A5A2-DDBB900207FF}" type="presParOf" srcId="{8F1A126F-61C7-414E-8E9B-B11082D56760}" destId="{098223C0-0C5C-4C19-8CA9-45534E773D95}" srcOrd="0" destOrd="0" presId="urn:microsoft.com/office/officeart/2009/3/layout/HorizontalOrganizationChart"/>
    <dgm:cxn modelId="{6048EC95-4AFA-43E3-874B-517CE67DE02B}" type="presParOf" srcId="{8F1A126F-61C7-414E-8E9B-B11082D56760}" destId="{E46273C7-DE59-4CEE-9567-02C57C0E0B0A}" srcOrd="1" destOrd="0" presId="urn:microsoft.com/office/officeart/2009/3/layout/HorizontalOrganizationChart"/>
    <dgm:cxn modelId="{56DFFCC1-1C1C-4CD1-BC58-6AF7675A3EF8}" type="presParOf" srcId="{E46273C7-DE59-4CEE-9567-02C57C0E0B0A}" destId="{EC89D42C-A39E-4846-A816-19F538DCD324}" srcOrd="0" destOrd="0" presId="urn:microsoft.com/office/officeart/2009/3/layout/HorizontalOrganizationChart"/>
    <dgm:cxn modelId="{C6043AC9-4E54-455C-8340-745455A7BE8D}" type="presParOf" srcId="{EC89D42C-A39E-4846-A816-19F538DCD324}" destId="{580EB618-EF2C-402D-9187-9B2F19F2C609}" srcOrd="0" destOrd="0" presId="urn:microsoft.com/office/officeart/2009/3/layout/HorizontalOrganizationChart"/>
    <dgm:cxn modelId="{8D1A0297-0BFA-44D2-B19D-EA836D52C88A}" type="presParOf" srcId="{EC89D42C-A39E-4846-A816-19F538DCD324}" destId="{E8A6A367-3696-4306-91B3-1482F267DCBA}" srcOrd="1" destOrd="0" presId="urn:microsoft.com/office/officeart/2009/3/layout/HorizontalOrganizationChart"/>
    <dgm:cxn modelId="{6F61FD67-E9C4-4A7E-97CE-C4AE8A85C729}" type="presParOf" srcId="{E46273C7-DE59-4CEE-9567-02C57C0E0B0A}" destId="{529D759F-A5C3-47CD-A55B-726B60E6FE2A}" srcOrd="1" destOrd="0" presId="urn:microsoft.com/office/officeart/2009/3/layout/HorizontalOrganizationChart"/>
    <dgm:cxn modelId="{E93AEBC2-5C1F-49A4-981C-137B0A33B1E0}" type="presParOf" srcId="{529D759F-A5C3-47CD-A55B-726B60E6FE2A}" destId="{F57662B5-FDB8-4806-9167-AFD1B4471EDE}" srcOrd="0" destOrd="0" presId="urn:microsoft.com/office/officeart/2009/3/layout/HorizontalOrganizationChart"/>
    <dgm:cxn modelId="{637C7A0A-34D4-44D9-9906-84D1BF524335}" type="presParOf" srcId="{529D759F-A5C3-47CD-A55B-726B60E6FE2A}" destId="{E8EF6EB4-C2A7-4A02-941A-E968FEB01F28}" srcOrd="1" destOrd="0" presId="urn:microsoft.com/office/officeart/2009/3/layout/HorizontalOrganizationChart"/>
    <dgm:cxn modelId="{35A093B5-A478-40B1-A3B0-1B38F9AFDCC6}" type="presParOf" srcId="{E8EF6EB4-C2A7-4A02-941A-E968FEB01F28}" destId="{CEFFADF9-BD6C-4F0E-8D32-9F1D69F9526F}" srcOrd="0" destOrd="0" presId="urn:microsoft.com/office/officeart/2009/3/layout/HorizontalOrganizationChart"/>
    <dgm:cxn modelId="{0FADDD9D-ABFD-4EC6-96DB-2C1180A6782C}" type="presParOf" srcId="{CEFFADF9-BD6C-4F0E-8D32-9F1D69F9526F}" destId="{DC2AE2FD-9F7C-42D0-9476-3ABE9E0E2F91}" srcOrd="0" destOrd="0" presId="urn:microsoft.com/office/officeart/2009/3/layout/HorizontalOrganizationChart"/>
    <dgm:cxn modelId="{5BE7E3AF-728D-4EA5-B84C-BB307DE912F9}" type="presParOf" srcId="{CEFFADF9-BD6C-4F0E-8D32-9F1D69F9526F}" destId="{954BD052-CDDE-4C94-ACC9-0EF1CDF82D56}" srcOrd="1" destOrd="0" presId="urn:microsoft.com/office/officeart/2009/3/layout/HorizontalOrganizationChart"/>
    <dgm:cxn modelId="{240E3129-D5DC-479E-8178-2A4A502A76FE}" type="presParOf" srcId="{E8EF6EB4-C2A7-4A02-941A-E968FEB01F28}" destId="{67F1B150-EB91-48CB-B31D-2E10FCCC9511}" srcOrd="1" destOrd="0" presId="urn:microsoft.com/office/officeart/2009/3/layout/HorizontalOrganizationChart"/>
    <dgm:cxn modelId="{73A657CD-A5F4-4AE3-BDB8-5C1CDB8C33AA}" type="presParOf" srcId="{E8EF6EB4-C2A7-4A02-941A-E968FEB01F28}" destId="{737A7165-FB49-46A0-A143-A823BA596F88}" srcOrd="2" destOrd="0" presId="urn:microsoft.com/office/officeart/2009/3/layout/HorizontalOrganizationChart"/>
    <dgm:cxn modelId="{C67CD28D-ACEB-4849-880A-2D1A0AEAFBCA}" type="presParOf" srcId="{E46273C7-DE59-4CEE-9567-02C57C0E0B0A}" destId="{1161FF3B-576F-4A2F-A081-0326A2FF6CF6}" srcOrd="2" destOrd="0" presId="urn:microsoft.com/office/officeart/2009/3/layout/HorizontalOrganizationChart"/>
    <dgm:cxn modelId="{5054595D-17B2-4D38-9170-47E86EC53B5C}" type="presParOf" srcId="{8F1A126F-61C7-414E-8E9B-B11082D56760}" destId="{174A265C-30C3-4E77-9909-72841D3C6BB1}" srcOrd="2" destOrd="0" presId="urn:microsoft.com/office/officeart/2009/3/layout/HorizontalOrganizationChart"/>
    <dgm:cxn modelId="{DE19A117-CD23-41D5-91B6-B2E9223984D2}" type="presParOf" srcId="{8F1A126F-61C7-414E-8E9B-B11082D56760}" destId="{A68E72E2-1795-4B00-A83B-DA00BB7C17EA}" srcOrd="3" destOrd="0" presId="urn:microsoft.com/office/officeart/2009/3/layout/HorizontalOrganizationChart"/>
    <dgm:cxn modelId="{74630D53-A1FD-4089-9DFB-DFBD7243E717}" type="presParOf" srcId="{A68E72E2-1795-4B00-A83B-DA00BB7C17EA}" destId="{89A2DFE7-E71D-404B-A2DA-5098AFACB78E}" srcOrd="0" destOrd="0" presId="urn:microsoft.com/office/officeart/2009/3/layout/HorizontalOrganizationChart"/>
    <dgm:cxn modelId="{3AA4FE7D-E6C8-4321-93B5-D9F2F1CBC984}" type="presParOf" srcId="{89A2DFE7-E71D-404B-A2DA-5098AFACB78E}" destId="{9C82445B-8C39-4F36-95EB-68D7D0D994C4}" srcOrd="0" destOrd="0" presId="urn:microsoft.com/office/officeart/2009/3/layout/HorizontalOrganizationChart"/>
    <dgm:cxn modelId="{DB9A6763-891C-4871-BBF2-F61E317A6B21}" type="presParOf" srcId="{89A2DFE7-E71D-404B-A2DA-5098AFACB78E}" destId="{8E8EC5F3-A87C-4F83-A505-555D684F518E}" srcOrd="1" destOrd="0" presId="urn:microsoft.com/office/officeart/2009/3/layout/HorizontalOrganizationChart"/>
    <dgm:cxn modelId="{0C771A05-AC42-49C2-9856-CA3ABD79731B}" type="presParOf" srcId="{A68E72E2-1795-4B00-A83B-DA00BB7C17EA}" destId="{F5B3CC5B-64F0-41E0-AD35-E0BEF8ED297F}" srcOrd="1" destOrd="0" presId="urn:microsoft.com/office/officeart/2009/3/layout/HorizontalOrganizationChart"/>
    <dgm:cxn modelId="{794E2B19-E7E8-45FE-BC8A-1CC04C68FCD4}" type="presParOf" srcId="{A68E72E2-1795-4B00-A83B-DA00BB7C17EA}" destId="{E696DBF3-5307-4745-A89F-23933C77B499}" srcOrd="2" destOrd="0" presId="urn:microsoft.com/office/officeart/2009/3/layout/HorizontalOrganizationChart"/>
    <dgm:cxn modelId="{40A2C85A-BB4A-464C-9229-55BB2C3B3EEA}" type="presParOf" srcId="{8F1A126F-61C7-414E-8E9B-B11082D56760}" destId="{B89C9368-EAF4-4990-9296-A4114D398693}" srcOrd="4" destOrd="0" presId="urn:microsoft.com/office/officeart/2009/3/layout/HorizontalOrganizationChart"/>
    <dgm:cxn modelId="{22E9A3E0-ED62-43E5-A33B-D2DF2E5FD662}" type="presParOf" srcId="{8F1A126F-61C7-414E-8E9B-B11082D56760}" destId="{1158DF16-DE7A-4934-839F-223D863B9BB6}" srcOrd="5" destOrd="0" presId="urn:microsoft.com/office/officeart/2009/3/layout/HorizontalOrganizationChart"/>
    <dgm:cxn modelId="{42703C41-DB10-40E5-A982-E3B9397BA0DB}" type="presParOf" srcId="{1158DF16-DE7A-4934-839F-223D863B9BB6}" destId="{E29067EE-F27D-4F62-9C3C-42C27CFA93E5}" srcOrd="0" destOrd="0" presId="urn:microsoft.com/office/officeart/2009/3/layout/HorizontalOrganizationChart"/>
    <dgm:cxn modelId="{42B5CF98-B7EB-409C-91D3-98C667C1BAC6}" type="presParOf" srcId="{E29067EE-F27D-4F62-9C3C-42C27CFA93E5}" destId="{7D2C23EC-626D-41DC-AE24-8E8046D4053D}" srcOrd="0" destOrd="0" presId="urn:microsoft.com/office/officeart/2009/3/layout/HorizontalOrganizationChart"/>
    <dgm:cxn modelId="{E2ED05B6-3FC0-4A0D-8105-B0238C852A2F}" type="presParOf" srcId="{E29067EE-F27D-4F62-9C3C-42C27CFA93E5}" destId="{66BB0C26-5305-4549-B401-B585806A0DD2}" srcOrd="1" destOrd="0" presId="urn:microsoft.com/office/officeart/2009/3/layout/HorizontalOrganizationChart"/>
    <dgm:cxn modelId="{5F5A02CF-B275-4CEC-90AF-1D78F928D42C}" type="presParOf" srcId="{1158DF16-DE7A-4934-839F-223D863B9BB6}" destId="{AAECEBD9-834A-47A0-8421-5A438C65C917}" srcOrd="1" destOrd="0" presId="urn:microsoft.com/office/officeart/2009/3/layout/HorizontalOrganizationChart"/>
    <dgm:cxn modelId="{8A65B877-6A5B-41EA-AD2C-561FF2F9D5B6}" type="presParOf" srcId="{1158DF16-DE7A-4934-839F-223D863B9BB6}" destId="{AA20939D-37C2-4CE8-B677-D3A12D34A1D6}" srcOrd="2" destOrd="0" presId="urn:microsoft.com/office/officeart/2009/3/layout/HorizontalOrganizationChart"/>
    <dgm:cxn modelId="{380DCB7B-4241-4CBB-8CAB-E491DAE95055}" type="presParOf" srcId="{8F1A126F-61C7-414E-8E9B-B11082D56760}" destId="{8FDBA157-769C-42AE-8506-565BE36E0391}" srcOrd="6" destOrd="0" presId="urn:microsoft.com/office/officeart/2009/3/layout/HorizontalOrganizationChart"/>
    <dgm:cxn modelId="{4015596F-8AB5-4A76-AF3D-1E26E924DD17}" type="presParOf" srcId="{8F1A126F-61C7-414E-8E9B-B11082D56760}" destId="{B2523547-FF01-4C7E-B12A-ADF832977AA0}" srcOrd="7" destOrd="0" presId="urn:microsoft.com/office/officeart/2009/3/layout/HorizontalOrganizationChart"/>
    <dgm:cxn modelId="{AA34FFBD-152C-45BA-A937-777C53E524EA}" type="presParOf" srcId="{B2523547-FF01-4C7E-B12A-ADF832977AA0}" destId="{408D8B22-34DD-4C9F-8458-7023C3080B86}" srcOrd="0" destOrd="0" presId="urn:microsoft.com/office/officeart/2009/3/layout/HorizontalOrganizationChart"/>
    <dgm:cxn modelId="{8A4D170D-C215-492B-8279-1E563BDBE772}" type="presParOf" srcId="{408D8B22-34DD-4C9F-8458-7023C3080B86}" destId="{8F91CAFA-74D0-4317-A100-ADA75A8D2C0F}" srcOrd="0" destOrd="0" presId="urn:microsoft.com/office/officeart/2009/3/layout/HorizontalOrganizationChart"/>
    <dgm:cxn modelId="{C8DCB1A1-734D-425A-A029-DEEDEBB4E5FE}" type="presParOf" srcId="{408D8B22-34DD-4C9F-8458-7023C3080B86}" destId="{27697D67-1A31-4886-891A-15FF93E79A1C}" srcOrd="1" destOrd="0" presId="urn:microsoft.com/office/officeart/2009/3/layout/HorizontalOrganizationChart"/>
    <dgm:cxn modelId="{4E8755F5-B284-4337-87BA-3CAE2F260FD1}" type="presParOf" srcId="{B2523547-FF01-4C7E-B12A-ADF832977AA0}" destId="{9AFC8E25-130A-4AF4-9233-BD38E0F599A7}" srcOrd="1" destOrd="0" presId="urn:microsoft.com/office/officeart/2009/3/layout/HorizontalOrganizationChart"/>
    <dgm:cxn modelId="{BC7DD8BD-8101-48F1-915A-E67420D4723C}" type="presParOf" srcId="{B2523547-FF01-4C7E-B12A-ADF832977AA0}" destId="{735C052E-518B-4664-A908-D79523F3D850}" srcOrd="2" destOrd="0" presId="urn:microsoft.com/office/officeart/2009/3/layout/HorizontalOrganizationChart"/>
    <dgm:cxn modelId="{368D882C-6A1C-41AC-B58E-7B00545F5E93}" type="presParOf" srcId="{AE4DBCDC-EB42-4B71-8E58-E27B2612DBA9}" destId="{77BDEE1C-7FAF-4015-A651-B9F63258AA32}" srcOrd="2" destOrd="0" presId="urn:microsoft.com/office/officeart/2009/3/layout/HorizontalOrganizationChart"/>
    <dgm:cxn modelId="{17AAF28A-47C2-4DE6-8F62-F39A6FB2AFE9}" type="presParOf" srcId="{D657449F-5FA3-42DC-AF09-30F1EC836B92}" destId="{20F6D026-8278-4665-B0DA-154DA80A9CB1}" srcOrd="2" destOrd="0" presId="urn:microsoft.com/office/officeart/2009/3/layout/HorizontalOrganizationChart"/>
    <dgm:cxn modelId="{901E2183-9C24-4EE7-AE5A-F008F12A6D3C}" type="presParOf" srcId="{D657449F-5FA3-42DC-AF09-30F1EC836B92}" destId="{B085E773-FB67-4B03-A5D8-3688471A257B}" srcOrd="3" destOrd="0" presId="urn:microsoft.com/office/officeart/2009/3/layout/HorizontalOrganizationChart"/>
    <dgm:cxn modelId="{E052E155-911E-49ED-8B2F-7D6D00554800}" type="presParOf" srcId="{B085E773-FB67-4B03-A5D8-3688471A257B}" destId="{2EB2BDCB-D98F-4C2E-95D0-134B2ECFF140}" srcOrd="0" destOrd="0" presId="urn:microsoft.com/office/officeart/2009/3/layout/HorizontalOrganizationChart"/>
    <dgm:cxn modelId="{247382C1-CB82-4934-AF5A-40628495DB23}" type="presParOf" srcId="{2EB2BDCB-D98F-4C2E-95D0-134B2ECFF140}" destId="{257A3739-788F-4D5F-B102-2A9450519242}" srcOrd="0" destOrd="0" presId="urn:microsoft.com/office/officeart/2009/3/layout/HorizontalOrganizationChart"/>
    <dgm:cxn modelId="{462AF8A4-D56F-46EE-AA57-EDAC1E76FA9E}" type="presParOf" srcId="{2EB2BDCB-D98F-4C2E-95D0-134B2ECFF140}" destId="{B1B61B0E-044F-40DA-AC6A-6BC43F0C806B}" srcOrd="1" destOrd="0" presId="urn:microsoft.com/office/officeart/2009/3/layout/HorizontalOrganizationChart"/>
    <dgm:cxn modelId="{97023203-94F2-4293-9B7E-60A0D7E5EDDE}" type="presParOf" srcId="{B085E773-FB67-4B03-A5D8-3688471A257B}" destId="{4B1B2AD4-FBC1-49AE-93DA-35F82EB549BD}" srcOrd="1" destOrd="0" presId="urn:microsoft.com/office/officeart/2009/3/layout/HorizontalOrganizationChart"/>
    <dgm:cxn modelId="{FC427AE4-3AD2-4102-8BC8-F74903D98C8C}" type="presParOf" srcId="{4B1B2AD4-FBC1-49AE-93DA-35F82EB549BD}" destId="{D14F4FAB-E98D-4A17-AF08-52F40EA11296}" srcOrd="0" destOrd="0" presId="urn:microsoft.com/office/officeart/2009/3/layout/HorizontalOrganizationChart"/>
    <dgm:cxn modelId="{C8A31718-8D5F-44E2-AD5B-91E10C39592B}" type="presParOf" srcId="{4B1B2AD4-FBC1-49AE-93DA-35F82EB549BD}" destId="{DBDE7015-815E-418B-A03E-6F15C2CDDE54}" srcOrd="1" destOrd="0" presId="urn:microsoft.com/office/officeart/2009/3/layout/HorizontalOrganizationChart"/>
    <dgm:cxn modelId="{7BB271E4-9F9F-40BA-9727-E2AF3CEA4440}" type="presParOf" srcId="{DBDE7015-815E-418B-A03E-6F15C2CDDE54}" destId="{9F1543F0-059B-40E9-A3B8-42CD63DCBA72}" srcOrd="0" destOrd="0" presId="urn:microsoft.com/office/officeart/2009/3/layout/HorizontalOrganizationChart"/>
    <dgm:cxn modelId="{0E07F5C0-D93D-4266-BC8E-BB1D6CAF6154}" type="presParOf" srcId="{9F1543F0-059B-40E9-A3B8-42CD63DCBA72}" destId="{DAA8D479-EFA4-49A8-A21C-9EB3E3659583}" srcOrd="0" destOrd="0" presId="urn:microsoft.com/office/officeart/2009/3/layout/HorizontalOrganizationChart"/>
    <dgm:cxn modelId="{883504CD-91FD-4CA7-B447-2C9B7CE6DCEE}" type="presParOf" srcId="{9F1543F0-059B-40E9-A3B8-42CD63DCBA72}" destId="{2BDA2275-FBCB-41C7-82C3-9183EC6C42EF}" srcOrd="1" destOrd="0" presId="urn:microsoft.com/office/officeart/2009/3/layout/HorizontalOrganizationChart"/>
    <dgm:cxn modelId="{F045586F-FBD7-47A2-97FB-E48D5337AF11}" type="presParOf" srcId="{DBDE7015-815E-418B-A03E-6F15C2CDDE54}" destId="{352B1156-9627-4DBB-956B-CE4ECB670756}" srcOrd="1" destOrd="0" presId="urn:microsoft.com/office/officeart/2009/3/layout/HorizontalOrganizationChart"/>
    <dgm:cxn modelId="{58C32BD9-C4C9-405E-828A-060E792A50C5}" type="presParOf" srcId="{DBDE7015-815E-418B-A03E-6F15C2CDDE54}" destId="{6B857DDA-9A32-4E28-9B10-7751178C4A5A}" srcOrd="2" destOrd="0" presId="urn:microsoft.com/office/officeart/2009/3/layout/HorizontalOrganizationChart"/>
    <dgm:cxn modelId="{AFEA2F67-E71F-4201-83C5-CB1D6957197D}" type="presParOf" srcId="{B085E773-FB67-4B03-A5D8-3688471A257B}" destId="{8FCF61DB-D280-4573-9125-646785D60252}" srcOrd="2" destOrd="0" presId="urn:microsoft.com/office/officeart/2009/3/layout/HorizontalOrganizationChart"/>
    <dgm:cxn modelId="{0EC4C9A8-A9A0-4415-AFA6-C573235983F2}" type="presParOf" srcId="{2F6DD2C4-357E-4C54-AAF9-1A033F4DB31C}" destId="{CDA5E459-3E46-49A2-B13C-426F9B4E86AB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F4FAB-E98D-4A17-AF08-52F40EA11296}">
      <dsp:nvSpPr>
        <dsp:cNvPr id="0" name=""/>
        <dsp:cNvSpPr/>
      </dsp:nvSpPr>
      <dsp:spPr>
        <a:xfrm>
          <a:off x="5757760" y="5338123"/>
          <a:ext cx="4917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175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F6D026-8278-4665-B0DA-154DA80A9CB1}">
      <dsp:nvSpPr>
        <dsp:cNvPr id="0" name=""/>
        <dsp:cNvSpPr/>
      </dsp:nvSpPr>
      <dsp:spPr>
        <a:xfrm>
          <a:off x="2807242" y="4022689"/>
          <a:ext cx="491752" cy="13611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5876" y="0"/>
              </a:lnTo>
              <a:lnTo>
                <a:pt x="245876" y="1361153"/>
              </a:lnTo>
              <a:lnTo>
                <a:pt x="491752" y="13611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DBA157-769C-42AE-8506-565BE36E0391}">
      <dsp:nvSpPr>
        <dsp:cNvPr id="0" name=""/>
        <dsp:cNvSpPr/>
      </dsp:nvSpPr>
      <dsp:spPr>
        <a:xfrm>
          <a:off x="5757760" y="2661535"/>
          <a:ext cx="491752" cy="158590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5876" y="0"/>
              </a:lnTo>
              <a:lnTo>
                <a:pt x="245876" y="1585903"/>
              </a:lnTo>
              <a:lnTo>
                <a:pt x="491752" y="158590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9C9368-EAF4-4990-9296-A4114D398693}">
      <dsp:nvSpPr>
        <dsp:cNvPr id="0" name=""/>
        <dsp:cNvSpPr/>
      </dsp:nvSpPr>
      <dsp:spPr>
        <a:xfrm>
          <a:off x="5757760" y="2661535"/>
          <a:ext cx="491752" cy="5286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45876" y="0"/>
              </a:lnTo>
              <a:lnTo>
                <a:pt x="245876" y="528634"/>
              </a:lnTo>
              <a:lnTo>
                <a:pt x="491752" y="52863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A265C-30C3-4E77-9909-72841D3C6BB1}">
      <dsp:nvSpPr>
        <dsp:cNvPr id="0" name=""/>
        <dsp:cNvSpPr/>
      </dsp:nvSpPr>
      <dsp:spPr>
        <a:xfrm>
          <a:off x="5757760" y="2132901"/>
          <a:ext cx="491752" cy="528634"/>
        </a:xfrm>
        <a:custGeom>
          <a:avLst/>
          <a:gdLst/>
          <a:ahLst/>
          <a:cxnLst/>
          <a:rect l="0" t="0" r="0" b="0"/>
          <a:pathLst>
            <a:path>
              <a:moveTo>
                <a:pt x="0" y="528634"/>
              </a:moveTo>
              <a:lnTo>
                <a:pt x="245876" y="528634"/>
              </a:lnTo>
              <a:lnTo>
                <a:pt x="245876" y="0"/>
              </a:lnTo>
              <a:lnTo>
                <a:pt x="491752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7662B5-FDB8-4806-9167-AFD1B4471EDE}">
      <dsp:nvSpPr>
        <dsp:cNvPr id="0" name=""/>
        <dsp:cNvSpPr/>
      </dsp:nvSpPr>
      <dsp:spPr>
        <a:xfrm>
          <a:off x="8708277" y="1029912"/>
          <a:ext cx="49175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1752" y="4572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8223C0-0C5C-4C19-8CA9-45534E773D95}">
      <dsp:nvSpPr>
        <dsp:cNvPr id="0" name=""/>
        <dsp:cNvSpPr/>
      </dsp:nvSpPr>
      <dsp:spPr>
        <a:xfrm>
          <a:off x="5757760" y="1075632"/>
          <a:ext cx="491752" cy="1585903"/>
        </a:xfrm>
        <a:custGeom>
          <a:avLst/>
          <a:gdLst/>
          <a:ahLst/>
          <a:cxnLst/>
          <a:rect l="0" t="0" r="0" b="0"/>
          <a:pathLst>
            <a:path>
              <a:moveTo>
                <a:pt x="0" y="1585903"/>
              </a:moveTo>
              <a:lnTo>
                <a:pt x="245876" y="1585903"/>
              </a:lnTo>
              <a:lnTo>
                <a:pt x="245876" y="0"/>
              </a:lnTo>
              <a:lnTo>
                <a:pt x="491752" y="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404A89-5745-4115-9E62-A56DC1B3AD95}">
      <dsp:nvSpPr>
        <dsp:cNvPr id="0" name=""/>
        <dsp:cNvSpPr/>
      </dsp:nvSpPr>
      <dsp:spPr>
        <a:xfrm>
          <a:off x="2807242" y="2661535"/>
          <a:ext cx="491752" cy="1361153"/>
        </a:xfrm>
        <a:custGeom>
          <a:avLst/>
          <a:gdLst/>
          <a:ahLst/>
          <a:cxnLst/>
          <a:rect l="0" t="0" r="0" b="0"/>
          <a:pathLst>
            <a:path>
              <a:moveTo>
                <a:pt x="0" y="1361153"/>
              </a:moveTo>
              <a:lnTo>
                <a:pt x="245876" y="1361153"/>
              </a:lnTo>
              <a:lnTo>
                <a:pt x="245876" y="0"/>
              </a:lnTo>
              <a:lnTo>
                <a:pt x="491752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05E25-5FAF-46CB-90C4-C5921960918B}">
      <dsp:nvSpPr>
        <dsp:cNvPr id="0" name=""/>
        <dsp:cNvSpPr/>
      </dsp:nvSpPr>
      <dsp:spPr>
        <a:xfrm>
          <a:off x="348477" y="3389187"/>
          <a:ext cx="2458764" cy="12670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Chemical Engineering (Late 1800s)</a:t>
          </a:r>
        </a:p>
      </dsp:txBody>
      <dsp:txXfrm>
        <a:off x="348477" y="3389187"/>
        <a:ext cx="2458764" cy="1267002"/>
      </dsp:txXfrm>
    </dsp:sp>
    <dsp:sp modelId="{DC2DA998-8255-42D1-BF14-F8A219502CB5}">
      <dsp:nvSpPr>
        <dsp:cNvPr id="0" name=""/>
        <dsp:cNvSpPr/>
      </dsp:nvSpPr>
      <dsp:spPr>
        <a:xfrm>
          <a:off x="3298995" y="2286573"/>
          <a:ext cx="2458764" cy="749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Unit Operations (1915)</a:t>
          </a:r>
        </a:p>
      </dsp:txBody>
      <dsp:txXfrm>
        <a:off x="3298995" y="2286573"/>
        <a:ext cx="2458764" cy="749923"/>
      </dsp:txXfrm>
    </dsp:sp>
    <dsp:sp modelId="{580EB618-EF2C-402D-9187-9B2F19F2C609}">
      <dsp:nvSpPr>
        <dsp:cNvPr id="0" name=""/>
        <dsp:cNvSpPr/>
      </dsp:nvSpPr>
      <dsp:spPr>
        <a:xfrm>
          <a:off x="6249512" y="700670"/>
          <a:ext cx="2458764" cy="749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Mechanical Operations</a:t>
          </a:r>
        </a:p>
      </dsp:txBody>
      <dsp:txXfrm>
        <a:off x="6249512" y="700670"/>
        <a:ext cx="2458764" cy="749923"/>
      </dsp:txXfrm>
    </dsp:sp>
    <dsp:sp modelId="{DC2AE2FD-9F7C-42D0-9476-3ABE9E0E2F91}">
      <dsp:nvSpPr>
        <dsp:cNvPr id="0" name=""/>
        <dsp:cNvSpPr/>
      </dsp:nvSpPr>
      <dsp:spPr>
        <a:xfrm>
          <a:off x="9200030" y="4059"/>
          <a:ext cx="2458764" cy="21431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Properties of Solids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Size Reduction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Size Separation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Transportation of solids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Mixing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Feeding etc.</a:t>
          </a:r>
        </a:p>
      </dsp:txBody>
      <dsp:txXfrm>
        <a:off x="9200030" y="4059"/>
        <a:ext cx="2458764" cy="2143145"/>
      </dsp:txXfrm>
    </dsp:sp>
    <dsp:sp modelId="{9C82445B-8C39-4F36-95EB-68D7D0D994C4}">
      <dsp:nvSpPr>
        <dsp:cNvPr id="0" name=""/>
        <dsp:cNvSpPr/>
      </dsp:nvSpPr>
      <dsp:spPr>
        <a:xfrm>
          <a:off x="6249512" y="1757939"/>
          <a:ext cx="2458764" cy="749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Fluid Flow</a:t>
          </a:r>
        </a:p>
      </dsp:txBody>
      <dsp:txXfrm>
        <a:off x="6249512" y="1757939"/>
        <a:ext cx="2458764" cy="749923"/>
      </dsp:txXfrm>
    </dsp:sp>
    <dsp:sp modelId="{7D2C23EC-626D-41DC-AE24-8E8046D4053D}">
      <dsp:nvSpPr>
        <dsp:cNvPr id="0" name=""/>
        <dsp:cNvSpPr/>
      </dsp:nvSpPr>
      <dsp:spPr>
        <a:xfrm>
          <a:off x="6249512" y="2815208"/>
          <a:ext cx="2458764" cy="749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Heat Transfer</a:t>
          </a:r>
        </a:p>
      </dsp:txBody>
      <dsp:txXfrm>
        <a:off x="6249512" y="2815208"/>
        <a:ext cx="2458764" cy="749923"/>
      </dsp:txXfrm>
    </dsp:sp>
    <dsp:sp modelId="{8F91CAFA-74D0-4317-A100-ADA75A8D2C0F}">
      <dsp:nvSpPr>
        <dsp:cNvPr id="0" name=""/>
        <dsp:cNvSpPr/>
      </dsp:nvSpPr>
      <dsp:spPr>
        <a:xfrm>
          <a:off x="6249512" y="3872477"/>
          <a:ext cx="2458764" cy="749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Mass Transfer</a:t>
          </a:r>
        </a:p>
      </dsp:txBody>
      <dsp:txXfrm>
        <a:off x="6249512" y="3872477"/>
        <a:ext cx="2458764" cy="749923"/>
      </dsp:txXfrm>
    </dsp:sp>
    <dsp:sp modelId="{257A3739-788F-4D5F-B102-2A9450519242}">
      <dsp:nvSpPr>
        <dsp:cNvPr id="0" name=""/>
        <dsp:cNvSpPr/>
      </dsp:nvSpPr>
      <dsp:spPr>
        <a:xfrm>
          <a:off x="3298995" y="5008881"/>
          <a:ext cx="2458764" cy="7499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Unit Processes (1923)</a:t>
          </a:r>
        </a:p>
      </dsp:txBody>
      <dsp:txXfrm>
        <a:off x="3298995" y="5008881"/>
        <a:ext cx="2458764" cy="749923"/>
      </dsp:txXfrm>
    </dsp:sp>
    <dsp:sp modelId="{DAA8D479-EFA4-49A8-A21C-9EB3E3659583}">
      <dsp:nvSpPr>
        <dsp:cNvPr id="0" name=""/>
        <dsp:cNvSpPr/>
      </dsp:nvSpPr>
      <dsp:spPr>
        <a:xfrm>
          <a:off x="6249512" y="4929745"/>
          <a:ext cx="3185157" cy="908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Oxidation, Hydration, Hydrogenation, Halogenation, Nitration, Etc.</a:t>
          </a:r>
        </a:p>
      </dsp:txBody>
      <dsp:txXfrm>
        <a:off x="6249512" y="4929745"/>
        <a:ext cx="3185157" cy="908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05-09-2022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43F6E76-D32A-4F60-9992-87F5028D701A}" type="datetimeFigureOut">
              <a:rPr lang="en-IN" smtClean="0"/>
              <a:t>05-09-2022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21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4995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029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F172412A-BF9E-1341-800D-43E6B7E6A723}" type="datetime1">
              <a:rPr lang="en-IN" smtClean="0"/>
              <a:t>05-09-2022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ABC1C0-E399-4727-BAFC-A3C9C31745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4513" y="1141413"/>
            <a:ext cx="10914062" cy="472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779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6C7DB351-D004-7446-9B12-2634F113B95A}" type="datetime1">
              <a:rPr lang="en-IN" smtClean="0"/>
              <a:t>05-09-2022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4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9CF1CA0-8F92-3841-8610-46C3DDD7B25C}" type="datetime1">
              <a:rPr lang="en-IN" smtClean="0"/>
              <a:t>05-09-2022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8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6796F33-15D2-1F4C-8196-C8B611DF470A}" type="datetime1">
              <a:rPr lang="en-IN" smtClean="0"/>
              <a:t>05-09-2022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5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AED2486C-377B-BF47-A7E7-D4981AE3FD2F}" type="datetime1">
              <a:rPr lang="en-IN" smtClean="0"/>
              <a:t>05-09-2022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F53E09-8A2F-E944-B6C3-C2A1149B851E}" type="datetime1">
              <a:rPr lang="en-IN" smtClean="0"/>
              <a:t>05-09-2022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04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4FA8277-0608-FA40-B974-3A66111E48E5}" type="datetime1">
              <a:rPr lang="en-IN" smtClean="0"/>
              <a:t>05-09-2022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3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25CEF6A-3E53-0441-B1EE-8F020125504A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97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58799F-5ED6-DA49-BA68-34FAB439EEE9}" type="datetime1">
              <a:rPr lang="en-IN" smtClean="0"/>
              <a:t>05-09-2022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1374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E803B6F-F22A-3D40-AD3D-599AEF1712B2}" type="datetime1">
              <a:rPr lang="en-IN" smtClean="0"/>
              <a:t>05-09-2022</a:t>
            </a:fld>
            <a:endParaRPr lang="en-I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35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ED375-E187-DD4F-8176-B0082F6E79BC}" type="datetime1">
              <a:rPr lang="en-IN" smtClean="0"/>
              <a:t>05-09-2022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64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2097413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275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2" y="-1"/>
            <a:ext cx="2924257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6604000" y="1600203"/>
            <a:ext cx="5384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3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844800" y="6553203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4368800" y="6596391"/>
            <a:ext cx="7823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BITS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1155696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D6F3E05F-A923-D84A-8D05-D2D36B13966B}" type="datetime1">
              <a:rPr lang="en-IN" smtClean="0"/>
              <a:t>05-09-2022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18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somak.chatterjee@pilani.bits-pilani.ac.in" TargetMode="Externa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 Properties and Handling of Particulate Solids (Chapter 28)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44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1EE26-12C5-7064-5706-B4FE8965D5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72412A-BF9E-1341-800D-43E6B7E6A723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D92571-D921-A2AD-5D6F-A8876A739D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3B807-7CE8-5415-40CE-D10A6C36308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0F12B8-6948-6ECA-DCC9-F32050EEC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EDCAA7-7B28-6F37-DBBD-3E3704F8B1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441072"/>
              </p:ext>
            </p:extLst>
          </p:nvPr>
        </p:nvGraphicFramePr>
        <p:xfrm>
          <a:off x="0" y="655782"/>
          <a:ext cx="12007273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3CF60B1C-83EE-FCC0-4877-78B9E4144E9B}"/>
              </a:ext>
            </a:extLst>
          </p:cNvPr>
          <p:cNvSpPr/>
          <p:nvPr/>
        </p:nvSpPr>
        <p:spPr>
          <a:xfrm>
            <a:off x="6031346" y="1126837"/>
            <a:ext cx="2909454" cy="1173018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9E4F7E-E0C1-A730-AA3E-1AEC614E36D7}"/>
              </a:ext>
            </a:extLst>
          </p:cNvPr>
          <p:cNvSpPr txBox="1"/>
          <p:nvPr/>
        </p:nvSpPr>
        <p:spPr>
          <a:xfrm>
            <a:off x="544945" y="1293152"/>
            <a:ext cx="40270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Classification of Chemical Processes</a:t>
            </a:r>
          </a:p>
        </p:txBody>
      </p:sp>
    </p:spTree>
    <p:extLst>
      <p:ext uri="{BB962C8B-B14F-4D97-AF65-F5344CB8AC3E}">
        <p14:creationId xmlns:p14="http://schemas.microsoft.com/office/powerpoint/2010/main" val="191348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562684" y="1147673"/>
            <a:ext cx="10972800" cy="4876800"/>
          </a:xfrm>
        </p:spPr>
        <p:txBody>
          <a:bodyPr>
            <a:normAutofit/>
          </a:bodyPr>
          <a:lstStyle/>
          <a:p>
            <a:r>
              <a:rPr lang="en-US" sz="2800" dirty="0"/>
              <a:t>Solids are more difficult to handle than liquids or gases</a:t>
            </a:r>
          </a:p>
          <a:p>
            <a:endParaRPr lang="en-US" sz="2800" dirty="0"/>
          </a:p>
          <a:p>
            <a:r>
              <a:rPr lang="en-US" sz="2800" dirty="0"/>
              <a:t>Of all the shapes and sizes that may be found in solids, the most important from a chemical engineering standpoint is the small particle.</a:t>
            </a:r>
          </a:p>
          <a:p>
            <a:endParaRPr lang="en-US" sz="2800" dirty="0"/>
          </a:p>
          <a:p>
            <a:r>
              <a:rPr lang="en-US" sz="2800" dirty="0"/>
              <a:t>An understanding of the characteristics of masses of particulate solids is necessary in designing processes and equipment for dealing with streams containing such solids.</a:t>
            </a:r>
            <a:endParaRPr lang="en-IN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D7640-E5F1-42CA-B7D6-F93D107012A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8750671-39F4-E14F-B2EF-4BFD2066B45E}" type="datetime1">
              <a:rPr lang="en-IN" smtClean="0"/>
              <a:t>05-09-2022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267B8-03B2-402C-934F-682EB6A765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72055-CC70-4B67-AAAF-00EB3943FA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71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1CB74-AD47-4772-91E0-F1BB8C49C1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6F7CFCE-1CF8-B84B-89A6-F26697B0421A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E42456-DC14-448C-A46A-B1210F3249C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BEECE-E4A6-4B4C-92EB-4C5305D710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4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6EDA0-3549-4A73-B093-ADE19CF693BC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562684" y="1147673"/>
            <a:ext cx="10972800" cy="4876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most important properties of pieces of solids include </a:t>
            </a:r>
          </a:p>
          <a:p>
            <a:r>
              <a:rPr lang="en-US" dirty="0">
                <a:solidFill>
                  <a:srgbClr val="C00000"/>
                </a:solidFill>
              </a:rPr>
              <a:t>Density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Mass per unit volume</a:t>
            </a:r>
          </a:p>
          <a:p>
            <a:r>
              <a:rPr lang="en-IN" dirty="0">
                <a:solidFill>
                  <a:srgbClr val="C00000"/>
                </a:solidFill>
              </a:rPr>
              <a:t>Hardness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Resistance of solids to be scratched</a:t>
            </a:r>
          </a:p>
          <a:p>
            <a:r>
              <a:rPr lang="en-IN" dirty="0">
                <a:solidFill>
                  <a:srgbClr val="C00000"/>
                </a:solidFill>
              </a:rPr>
              <a:t>Fragility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How easy of the particle to crumble into smaller pieces  </a:t>
            </a:r>
          </a:p>
          <a:p>
            <a:r>
              <a:rPr lang="en-IN" dirty="0">
                <a:solidFill>
                  <a:srgbClr val="C00000"/>
                </a:solidFill>
              </a:rPr>
              <a:t>Tenacity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Resistance to collisions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C7EEBD-0818-4B90-A1AE-24C0BDA3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Solids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762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4DC5E-0DA3-42B6-9EA0-14B5D7AB206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26FA393-7BC6-5E4A-AD30-D14D0C09D571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30EB1-8C14-4260-9EC8-63EA3138D2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9DBB4-8AC3-4B65-9E29-4E59A52D2A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57D5EAD-A97B-4969-AF6A-47A86C2666CF}" type="slidenum">
              <a:rPr lang="en-IN" smtClean="0"/>
              <a:pPr>
                <a:spcAft>
                  <a:spcPts val="600"/>
                </a:spcAft>
              </a:pPr>
              <a:t>5</a:t>
            </a:fld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68FC802-5281-48F5-8FF5-95ECBF37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Shapes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36D218E-C11A-48A6-8E6E-0A01ABF4EA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911" y="1790513"/>
            <a:ext cx="6288673" cy="2785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26E50C-695E-4D5C-A9BA-0CF85591E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114" y="1248047"/>
            <a:ext cx="4714286" cy="4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8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DBFB97-A607-F743-8755-9251B4CFF868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620892" y="1199542"/>
                <a:ext cx="10972800" cy="4876800"/>
              </a:xfrm>
            </p:spPr>
            <p:txBody>
              <a:bodyPr anchor="ctr">
                <a:normAutofit/>
              </a:bodyPr>
              <a:lstStyle/>
              <a:p>
                <a:r>
                  <a:rPr lang="en-US" dirty="0"/>
                  <a:t>Individual solid particles are characterized by</a:t>
                </a:r>
              </a:p>
              <a:p>
                <a:pPr lvl="1"/>
                <a:r>
                  <a:rPr lang="en-US" sz="3100" dirty="0">
                    <a:solidFill>
                      <a:srgbClr val="0070C0"/>
                    </a:solidFill>
                  </a:rPr>
                  <a:t>size, shape, and density.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Density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endParaRPr lang="en-US" dirty="0">
                  <a:solidFill>
                    <a:srgbClr val="002060"/>
                  </a:solidFill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</a:rPr>
                  <a:t>Homogeneous solids: </a:t>
                </a:r>
                <a:r>
                  <a:rPr lang="en-US" dirty="0"/>
                  <a:t>Particles of homogeneous solids have the same </a:t>
                </a:r>
                <a:r>
                  <a:rPr lang="en-US" dirty="0">
                    <a:solidFill>
                      <a:srgbClr val="0070C0"/>
                    </a:solidFill>
                  </a:rPr>
                  <a:t>density </a:t>
                </a:r>
                <a:r>
                  <a:rPr lang="en-US" dirty="0"/>
                  <a:t>as the bulk material.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</a:rPr>
                  <a:t>Composite solids: </a:t>
                </a:r>
                <a:r>
                  <a:rPr lang="en-US" dirty="0"/>
                  <a:t>Particles obtained by breaking up a composite solid, such as a metal-bearing ore, have various densities, usually different from the density of the bulk material.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620892" y="1199542"/>
                <a:ext cx="10972800" cy="4876800"/>
              </a:xfrm>
              <a:blipFill>
                <a:blip r:embed="rId2"/>
                <a:stretch>
                  <a:fillRect l="-1444" t="-5500" r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Characterization Of Solid Particles</a:t>
            </a:r>
          </a:p>
        </p:txBody>
      </p:sp>
    </p:spTree>
    <p:extLst>
      <p:ext uri="{BB962C8B-B14F-4D97-AF65-F5344CB8AC3E}">
        <p14:creationId xmlns:p14="http://schemas.microsoft.com/office/powerpoint/2010/main" val="41222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B03AA0-6619-BC45-9785-EBB7960C4931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620892" y="1199542"/>
                <a:ext cx="10972800" cy="48768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Individual solid particles are characterized by</a:t>
                </a:r>
              </a:p>
              <a:p>
                <a:pPr lvl="1"/>
                <a:r>
                  <a:rPr lang="en-US" sz="3100" dirty="0">
                    <a:solidFill>
                      <a:srgbClr val="0070C0"/>
                    </a:solidFill>
                  </a:rPr>
                  <a:t>size, shape, and density.</a:t>
                </a:r>
                <a:endParaRPr lang="en-US" dirty="0"/>
              </a:p>
              <a:p>
                <a:pPr marL="0" indent="0">
                  <a:buNone/>
                </a:pPr>
                <a:endParaRPr lang="en-US" dirty="0">
                  <a:solidFill>
                    <a:srgbClr val="002060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2060"/>
                    </a:solidFill>
                  </a:rPr>
                  <a:t>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):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</a:rPr>
                  <a:t>Regular particles: </a:t>
                </a:r>
                <a:r>
                  <a:rPr lang="en-US" dirty="0"/>
                  <a:t>size and shape are easily specified for regular particles, such as spheres and cubes</a:t>
                </a:r>
              </a:p>
              <a:p>
                <a:pPr lvl="2"/>
                <a:r>
                  <a:rPr lang="en-US" dirty="0"/>
                  <a:t>Regular particles (equidimensional)</a:t>
                </a:r>
              </a:p>
              <a:p>
                <a:pPr lvl="2"/>
                <a:r>
                  <a:rPr lang="en-US" dirty="0"/>
                  <a:t>Regular Particles (non-equidimensional): 2</a:t>
                </a:r>
                <a:r>
                  <a:rPr lang="en-US" baseline="30000" dirty="0"/>
                  <a:t>nd</a:t>
                </a:r>
                <a:r>
                  <a:rPr lang="en-US" dirty="0"/>
                  <a:t> longest major dimension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C00000"/>
                    </a:solidFill>
                  </a:rPr>
                  <a:t>Irregular particles: </a:t>
                </a:r>
                <a:r>
                  <a:rPr lang="en-US" dirty="0"/>
                  <a:t>(such as sand grains or mica flakes) the terms </a:t>
                </a:r>
                <a:r>
                  <a:rPr lang="en-US" i="1" dirty="0"/>
                  <a:t>size </a:t>
                </a:r>
                <a:r>
                  <a:rPr lang="en-US" dirty="0"/>
                  <a:t>and </a:t>
                </a:r>
                <a:r>
                  <a:rPr lang="en-US" i="1" dirty="0"/>
                  <a:t>shape </a:t>
                </a:r>
                <a:r>
                  <a:rPr lang="en-US" dirty="0"/>
                  <a:t>are not so clear and must be arbitrarily defined.</a:t>
                </a:r>
                <a:endParaRPr lang="en-IN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620892" y="1199542"/>
                <a:ext cx="10972800" cy="4876800"/>
              </a:xfrm>
              <a:blipFill>
                <a:blip r:embed="rId2"/>
                <a:stretch>
                  <a:fillRect l="-1444" t="-2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Characterization Of Solid Particles</a:t>
            </a:r>
          </a:p>
        </p:txBody>
      </p:sp>
    </p:spTree>
    <p:extLst>
      <p:ext uri="{BB962C8B-B14F-4D97-AF65-F5344CB8AC3E}">
        <p14:creationId xmlns:p14="http://schemas.microsoft.com/office/powerpoint/2010/main" val="156011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9B168-4F1A-4A73-BBF6-0B8F1497A7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7F0D2F5-6813-4B4F-9863-C033FEAD9FC0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AF131-1CB7-4C90-9491-50135FFC37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EF946-1A47-466C-81B1-4F8F24347E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8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AFE1C3A-2944-4EBC-AA53-12F2F1B3787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 of an irregular particle</a:t>
                </a:r>
                <a:endParaRPr lang="en-IN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AFE1C3A-2944-4EBC-AA53-12F2F1B378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7" b="-11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4BD261C-B3B9-44F7-B5FC-7F0C7029214B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Equivalent size or equivalent diameter </a:t>
                </a:r>
                <a:r>
                  <a:rPr lang="en-US" sz="2400" dirty="0"/>
                  <a:t>of an irregular particle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) is defined as the size of a spherical particle having the same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controlling characteristic </a:t>
                </a:r>
                <a:r>
                  <a:rPr lang="en-US" sz="2400" dirty="0"/>
                  <a:t>as the particle under consideration</a:t>
                </a:r>
              </a:p>
              <a:p>
                <a:r>
                  <a:rPr lang="en-US" sz="2800" dirty="0"/>
                  <a:t>Examples: </a:t>
                </a:r>
              </a:p>
              <a:p>
                <a:pPr lvl="1"/>
                <a:r>
                  <a:rPr lang="en-US" sz="2400" dirty="0"/>
                  <a:t>For catalyst particle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For particle under gravitational settling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Other cases where both surface area and volume are important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Granular particles</a:t>
                </a:r>
                <a:endParaRPr lang="en-IN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4BD261C-B3B9-44F7-B5FC-7F0C702921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3"/>
                <a:stretch>
                  <a:fillRect l="-1005" t="-15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16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058F5-BB40-4E77-9982-C48DEE2F6E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A2B5555-1B1B-254A-B4CF-FBAE19E8E103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9D526-C756-441C-AB1F-D7B22A9037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D32F6-DA4D-4E7D-AACB-D0AA9E79D0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9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D584E017-5177-42B8-98E0-C1ACC50AD4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 of an irregular particle</a:t>
                </a:r>
                <a:endParaRPr lang="en-IN" dirty="0"/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D584E017-5177-42B8-98E0-C1ACC50AD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7" b="-11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A65842-78FD-4E60-8F36-779367793B1A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544513" y="1141413"/>
                <a:ext cx="10914062" cy="48818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>
                    <a:solidFill>
                      <a:srgbClr val="C00000"/>
                    </a:solidFill>
                  </a:rPr>
                  <a:t>Equivalent size or equivalent diameter </a:t>
                </a:r>
                <a:r>
                  <a:rPr lang="en-US" sz="2400" dirty="0"/>
                  <a:t>of an irregular particle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) is defined as the size of a spherical particle having the same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controlling characteristic </a:t>
                </a:r>
                <a:r>
                  <a:rPr lang="en-US" sz="2400" dirty="0"/>
                  <a:t>as the particle under consideration. </a:t>
                </a:r>
              </a:p>
              <a:p>
                <a:r>
                  <a:rPr lang="en-US" sz="2400" dirty="0"/>
                  <a:t>The controlling characteristic depends upon the system and the process in which the particle is involved.</a:t>
                </a:r>
              </a:p>
              <a:p>
                <a:r>
                  <a:rPr lang="en-US" sz="2400" dirty="0"/>
                  <a:t>For </a:t>
                </a:r>
                <a:r>
                  <a:rPr lang="en-US" sz="2400" dirty="0">
                    <a:solidFill>
                      <a:srgbClr val="C00000"/>
                    </a:solidFill>
                  </a:rPr>
                  <a:t>irregular catalyst particle</a:t>
                </a:r>
                <a:r>
                  <a:rPr lang="en-US" sz="2400" dirty="0"/>
                  <a:t>, the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surface area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)</a:t>
                </a:r>
                <a:r>
                  <a:rPr lang="en-US" sz="2400" dirty="0"/>
                  <a:t> is the important controlling parameter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Surface Diameter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𝑝𝑠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rad>
                  </m:oMath>
                </a14:m>
                <a:r>
                  <a:rPr lang="en-US" sz="2400" dirty="0"/>
                  <a:t>       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𝜋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𝑝𝑠</m:t>
                        </m:r>
                      </m:sub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r>
                  <a:rPr lang="en-US" sz="2400" dirty="0"/>
                  <a:t>For gravitational free settling velocity of a particle in liquid, the controlling parameter is the </a:t>
                </a:r>
                <a:r>
                  <a:rPr lang="en-US" sz="2400" dirty="0">
                    <a:solidFill>
                      <a:srgbClr val="0070C0"/>
                    </a:solidFill>
                  </a:rPr>
                  <a:t>mass of the particle </a:t>
                </a:r>
                <a:r>
                  <a:rPr lang="en-US" sz="2400" dirty="0"/>
                  <a:t>(or for a given density, its volume,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Volume diameter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𝑝𝑣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2400" dirty="0"/>
                  <a:t>          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𝜋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𝑝𝑣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</a:rPr>
                      <m:t>/6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A65842-78FD-4E60-8F36-779367793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544513" y="1141413"/>
                <a:ext cx="10914062" cy="4881882"/>
              </a:xfrm>
              <a:blipFill>
                <a:blip r:embed="rId3"/>
                <a:stretch>
                  <a:fillRect l="-726" t="-1498" r="-11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9260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C058F5-BB40-4E77-9982-C48DEE2F6E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C5D9E06-6FF5-BD44-91E3-01A00DE08DC5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9D526-C756-441C-AB1F-D7B22A9037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D32F6-DA4D-4E7D-AACB-D0AA9E79D0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10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77A45AD1-85AB-4D81-B079-0972DF7D39B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 of an irregular particle                         </a:t>
                </a:r>
                <a:r>
                  <a:rPr lang="en-US" sz="2800" dirty="0"/>
                  <a:t>cont..</a:t>
                </a:r>
                <a:endParaRPr lang="en-IN" dirty="0"/>
              </a:p>
            </p:txBody>
          </p:sp>
        </mc:Choice>
        <mc:Fallback xmlns="">
          <p:sp>
            <p:nvSpPr>
              <p:cNvPr id="6" name="Title 5">
                <a:extLst>
                  <a:ext uri="{FF2B5EF4-FFF2-40B4-BE49-F238E27FC236}">
                    <a16:creationId xmlns:a16="http://schemas.microsoft.com/office/drawing/2014/main" id="{77A45AD1-85AB-4D81-B079-0972DF7D39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097" b="-119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A65842-78FD-4E60-8F36-779367793B1A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endParaRPr lang="en-US" sz="2400" dirty="0"/>
              </a:p>
              <a:p>
                <a:r>
                  <a:rPr lang="en-US" sz="2800" dirty="0"/>
                  <a:t>The cases where both volume and surface are controlling parameters, the size of the particles is defined by </a:t>
                </a:r>
                <a:r>
                  <a:rPr lang="en-US" sz="2800" dirty="0">
                    <a:solidFill>
                      <a:srgbClr val="C00000"/>
                    </a:solidFill>
                  </a:rPr>
                  <a:t>volume-surface diameter or Sauter diameter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𝑣𝑠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)</a:t>
                </a:r>
                <a:endParaRPr lang="en-US" sz="2800" dirty="0"/>
              </a:p>
              <a:p>
                <a:r>
                  <a:rPr lang="en-US" sz="2800" dirty="0"/>
                  <a:t>Volume-surface diameter or </a:t>
                </a:r>
                <a:r>
                  <a:rPr lang="en-US" sz="2800" dirty="0" err="1"/>
                  <a:t>sauter</a:t>
                </a:r>
                <a:r>
                  <a:rPr lang="en-US" sz="2800" dirty="0"/>
                  <a:t> diameter is defined as the diameter of a spherical particle having the same specific surface area as the particle under consideration.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            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𝑣𝑠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bSup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𝑣𝑠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endParaRPr lang="en-US" sz="2800" dirty="0"/>
              </a:p>
              <a:p>
                <a:endParaRPr lang="en-IN" sz="28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DA65842-78FD-4E60-8F36-779367793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3"/>
                <a:stretch>
                  <a:fillRect l="-1005" r="-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82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ED9B2-1938-4A0E-A446-2E6312D711E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1EA1C96-E5BC-3049-8477-C30B67B6A5CD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A24D81-1075-412F-864C-3E3D025248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66BA2-38E9-4AEC-830D-09462822F7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EAED0A-9819-4DAA-B048-102AB109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of granular materials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1D095D4-D397-4166-BCA7-0F585705C6E3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800" dirty="0">
                    <a:solidFill>
                      <a:srgbClr val="C00000"/>
                    </a:solidFill>
                  </a:rPr>
                  <a:t>For granular materials:</a:t>
                </a:r>
                <a:r>
                  <a:rPr lang="en-US" sz="2800" dirty="0"/>
                  <a:t> it is difficult to determine the exact volume and surface area of a particle. </a:t>
                </a:r>
              </a:p>
              <a:p>
                <a:r>
                  <a:rPr lang="en-US" sz="2800" dirty="0"/>
                  <a:t>So equivalent diameter cannot be determined. </a:t>
                </a:r>
              </a:p>
              <a:p>
                <a:r>
                  <a:rPr lang="en-US" sz="2800" dirty="0"/>
                  <a:t>In these cases,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N" sz="2800" dirty="0"/>
                  <a:t> is usually taken to be the nominal size based on screen analysis or microscopic examination. </a:t>
                </a:r>
              </a:p>
              <a:p>
                <a:endParaRPr lang="en-IN" sz="2800" dirty="0"/>
              </a:p>
              <a:p>
                <a:r>
                  <a:rPr lang="en-IN" sz="2800" dirty="0">
                    <a:solidFill>
                      <a:srgbClr val="C00000"/>
                    </a:solidFill>
                  </a:rPr>
                  <a:t>Screen average size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N" sz="28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N" sz="2800" dirty="0">
                    <a:solidFill>
                      <a:srgbClr val="C00000"/>
                    </a:solidFill>
                  </a:rPr>
                  <a:t>): </a:t>
                </a:r>
                <a:r>
                  <a:rPr lang="en-IN" sz="2800" dirty="0"/>
                  <a:t>the arithmetic average of the aperture sizes of two successive standard screens, one of which lets the particle pass through whereas other retains it. </a:t>
                </a:r>
              </a:p>
              <a:p>
                <a:endParaRPr lang="en-IN" sz="2800" dirty="0"/>
              </a:p>
              <a:p>
                <a:pPr marL="0" indent="0">
                  <a:buNone/>
                </a:pPr>
                <a:endParaRPr lang="en-IN" sz="28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1D095D4-D397-4166-BCA7-0F585705C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l="-1005" t="-1161" r="-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024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8B2D2-522C-4584-BF2A-240CD5749B5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9FA38EE-D07C-2F4D-8FEA-C2DF9DD5B6BA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4BFE6-50C0-4EAD-8023-A8CE96C6FFC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8EE25-6734-4464-A67D-21F0A961287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12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F97946-7499-41FF-9894-04893EBB3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Diameters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B107A7-D26A-4449-9F9E-870A298628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-20000" contrast="40000"/>
          </a:blip>
          <a:srcRect l="3152" t="4544" r="1347"/>
          <a:stretch/>
        </p:blipFill>
        <p:spPr>
          <a:xfrm>
            <a:off x="208229" y="1328198"/>
            <a:ext cx="5477347" cy="3724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6395F2-3890-44C2-87FC-4567FE2DA9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-20000" contrast="40000"/>
          </a:blip>
          <a:srcRect l="1455"/>
          <a:stretch/>
        </p:blipFill>
        <p:spPr>
          <a:xfrm>
            <a:off x="6096000" y="1779889"/>
            <a:ext cx="6040642" cy="23055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759B7A-4C50-4095-BBF3-CB66D7A70F56}"/>
              </a:ext>
            </a:extLst>
          </p:cNvPr>
          <p:cNvSpPr/>
          <p:nvPr/>
        </p:nvSpPr>
        <p:spPr>
          <a:xfrm>
            <a:off x="1167236" y="5836442"/>
            <a:ext cx="39836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Reference: Unit Operations of Particulate Solids: Theory and Practice, </a:t>
            </a:r>
            <a:r>
              <a:rPr lang="en-IN" sz="1200" dirty="0"/>
              <a:t>Enrique Ortega-Rivas, CRC Press</a:t>
            </a:r>
            <a:r>
              <a:rPr lang="en-US" sz="1200" dirty="0"/>
              <a:t>, 2011 </a:t>
            </a:r>
            <a:endParaRPr lang="en-US" sz="12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894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3755AF-0C0F-40A6-AD2D-CFF86B43098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7DADD46-76B7-CF48-8CCD-1C9ADC53E32C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D1DCA-39CB-43FD-9F25-02205238845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10911-CB3F-473F-990D-CC8AF85016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13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BC1B68-CAA0-4AC8-BD47-8634F1BF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Sizes of typical powder particles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AD9767-3758-4558-8946-15053F8572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6796" y="964734"/>
            <a:ext cx="3598877" cy="5343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2B6DBF-5DDA-4115-867C-06461259149F}"/>
              </a:ext>
            </a:extLst>
          </p:cNvPr>
          <p:cNvSpPr txBox="1"/>
          <p:nvPr/>
        </p:nvSpPr>
        <p:spPr>
          <a:xfrm>
            <a:off x="6560190" y="1367405"/>
            <a:ext cx="389779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Measurement of particle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Coarse particles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Fine particles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fine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Ultrafine particles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59902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B5CF8-5AAC-4EDF-B930-23BA6522A7E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ED1048-6BD0-1E48-B505-31D1DF6EDD2D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E003D-6351-44CB-97AD-FB140D1DF3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D9575-17D5-403B-B963-7FCD3103168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3750D4-1191-443E-B21B-4A04E53D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Sphericity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9118113-EAB0-44B6-AD6E-58ABCD96E2B5}"/>
                  </a:ext>
                </a:extLst>
              </p:cNvPr>
              <p:cNvSpPr>
                <a:spLocks noGrp="1"/>
              </p:cNvSpPr>
              <p:nvPr>
                <p:ph sz="quarter" idx="14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C00000"/>
                    </a:solidFill>
                  </a:rPr>
                  <a:t>Definition: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Sphericity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400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/>
                            <m:t>Surface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area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to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volume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ratio</m:t>
                          </m:r>
                          <m:r>
                            <m:rPr>
                              <m:nor/>
                            </m:rPr>
                            <a:rPr lang="en-IN" sz="2400"/>
                            <m:t> </m:t>
                          </m:r>
                          <m:r>
                            <m:rPr>
                              <m:nor/>
                            </m:rPr>
                            <a:rPr lang="en-IN" sz="2400"/>
                            <m:t>of</m:t>
                          </m:r>
                          <m:r>
                            <m:rPr>
                              <m:nor/>
                            </m:rPr>
                            <a:rPr lang="en-IN" sz="2400"/>
                            <m:t> </m:t>
                          </m:r>
                          <m:r>
                            <m:rPr>
                              <m:nor/>
                            </m:rPr>
                            <a:rPr lang="en-IN" sz="2400"/>
                            <m:t>a</m:t>
                          </m:r>
                          <m:r>
                            <m:rPr>
                              <m:nor/>
                            </m:rPr>
                            <a:rPr lang="en-IN" sz="2400"/>
                            <m:t> </m:t>
                          </m:r>
                          <m:r>
                            <m:rPr>
                              <m:nor/>
                            </m:rPr>
                            <a:rPr lang="en-IN" sz="2400"/>
                            <m:t>sphere</m:t>
                          </m:r>
                          <m:r>
                            <m:rPr>
                              <m:nor/>
                            </m:rPr>
                            <a:rPr lang="en-IN" sz="2400"/>
                            <m:t> </m:t>
                          </m:r>
                          <m:r>
                            <m:rPr>
                              <m:nor/>
                            </m:rPr>
                            <a:rPr lang="en-IN" sz="2400"/>
                            <m:t>of</m:t>
                          </m:r>
                          <m:r>
                            <m:rPr>
                              <m:nor/>
                            </m:rPr>
                            <a:rPr lang="en-IN" sz="240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diameter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/>
                            <m:t>particle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Surface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area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volume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ratio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the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particle</m:t>
                          </m:r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69118113-EAB0-44B6-AD6E-58ABCD96E2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blipFill>
                <a:blip r:embed="rId2"/>
                <a:stretch>
                  <a:fillRect l="-1394" t="-1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C6AC58-F5F4-48D6-9413-C6E32B0ACD31}"/>
                  </a:ext>
                </a:extLst>
              </p:cNvPr>
              <p:cNvSpPr/>
              <p:nvPr/>
            </p:nvSpPr>
            <p:spPr>
              <a:xfrm>
                <a:off x="2404025" y="5019996"/>
                <a:ext cx="2100750" cy="82503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sSub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1C6AC58-F5F4-48D6-9413-C6E32B0ACD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025" y="5019996"/>
                <a:ext cx="2100750" cy="8250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99C4D6-2A15-A649-9CDB-61637FA0CD58}"/>
                  </a:ext>
                </a:extLst>
              </p:cNvPr>
              <p:cNvSpPr/>
              <p:nvPr/>
            </p:nvSpPr>
            <p:spPr>
              <a:xfrm>
                <a:off x="5791475" y="4593245"/>
                <a:ext cx="6096000" cy="167853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891" lvl="1" indent="0">
                  <a:buNone/>
                </a:pPr>
                <a:r>
                  <a:rPr lang="en-US" sz="2000" dirty="0"/>
                  <a:t>Where, </a:t>
                </a:r>
              </a:p>
              <a:p>
                <a:pPr marL="642931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 = equivalent diameter or nominal diameter of particle</a:t>
                </a:r>
              </a:p>
              <a:p>
                <a:pPr marL="642931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surface area of one particle</a:t>
                </a:r>
              </a:p>
              <a:p>
                <a:pPr marL="642931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volume of one particle</a:t>
                </a:r>
                <a:endParaRPr lang="en-IN" sz="20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999C4D6-2A15-A649-9CDB-61637FA0CD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475" y="4593245"/>
                <a:ext cx="6096000" cy="1678536"/>
              </a:xfrm>
              <a:prstGeom prst="rect">
                <a:avLst/>
              </a:prstGeom>
              <a:blipFill>
                <a:blip r:embed="rId4"/>
                <a:stretch>
                  <a:fillRect t="-1504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7799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AD49D7A-FE2C-444A-98FE-A990D69FDBFD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562684" y="1147673"/>
                <a:ext cx="109728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sz="2800" dirty="0"/>
                  <a:t>Sphericity is </a:t>
                </a:r>
                <a:r>
                  <a:rPr lang="en-IN" sz="2800" dirty="0"/>
                  <a:t>independent of particle size.</a:t>
                </a:r>
              </a:p>
              <a:p>
                <a:r>
                  <a:rPr lang="en-US" sz="2800" dirty="0"/>
                  <a:t>For a spherical particle of diameter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8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800" dirty="0"/>
              </a:p>
              <a:p>
                <a:r>
                  <a:rPr lang="en-IN" sz="2800" dirty="0"/>
                  <a:t>For a non-spherical </a:t>
                </a:r>
                <a:r>
                  <a:rPr lang="en-US" sz="2800" dirty="0"/>
                  <a:t>particle, the sphericity is defined by the relation</a:t>
                </a:r>
              </a:p>
              <a:p>
                <a:r>
                  <a:rPr lang="en-US" sz="2800" dirty="0"/>
                  <a:t>Sphericity is defined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8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IN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IN" sz="28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IN" sz="2800" dirty="0"/>
              </a:p>
              <a:p>
                <a:pPr marL="342891" lvl="1" indent="0">
                  <a:buNone/>
                </a:pPr>
                <a:r>
                  <a:rPr lang="en-US" sz="2000" dirty="0"/>
                  <a:t>where </a:t>
                </a:r>
              </a:p>
              <a:p>
                <a:pPr marL="642931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000" dirty="0"/>
                  <a:t> = equivalent diameter or nominal diameter of particle</a:t>
                </a:r>
              </a:p>
              <a:p>
                <a:pPr marL="642931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surface area of one particle</a:t>
                </a:r>
              </a:p>
              <a:p>
                <a:pPr marL="642931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volume of one particle</a:t>
                </a:r>
                <a:endParaRPr lang="en-IN" sz="2000" dirty="0"/>
              </a:p>
              <a:p>
                <a:endParaRPr lang="en-IN" sz="28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562684" y="1147673"/>
                <a:ext cx="10972800" cy="4876800"/>
              </a:xfrm>
              <a:blipFill>
                <a:blip r:embed="rId2"/>
                <a:stretch>
                  <a:fillRect l="-1000" t="-11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Particle Shape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C79201-FF17-4996-A329-B82034EACB5F}"/>
                  </a:ext>
                </a:extLst>
              </p:cNvPr>
              <p:cNvSpPr/>
              <p:nvPr/>
            </p:nvSpPr>
            <p:spPr>
              <a:xfrm>
                <a:off x="2031999" y="5356384"/>
                <a:ext cx="833549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0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000" i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is usually taken to be the nominal size based on screen analyses or microscopic examination.</a:t>
                </a:r>
                <a:endParaRPr lang="en-IN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2C79201-FF17-4996-A329-B82034EAC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999" y="5356384"/>
                <a:ext cx="8335493" cy="707886"/>
              </a:xfrm>
              <a:prstGeom prst="rect">
                <a:avLst/>
              </a:prstGeom>
              <a:blipFill>
                <a:blip r:embed="rId3"/>
                <a:stretch>
                  <a:fillRect l="-658" t="-5172" b="-14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85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A7BDD-7437-4BDC-A9AC-063EB7CD85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FC958DD-7B65-F64C-B7AC-0155666B6399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62123-90AB-426F-B224-94457689B1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785CC-7968-4D0E-B544-578E77D754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FB0EF6-3171-4148-9D11-F9DD1476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Sphericity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AEE2D-0346-4F81-BFCA-3ED7DEFC5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47597" y="1579294"/>
            <a:ext cx="8293358" cy="33173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4349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E44886E-D405-3349-9770-460C54695BE6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17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Particle Shape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E7F5BB8-6D3B-476B-84E1-1E45A89BA5A4}"/>
              </a:ext>
            </a:extLst>
          </p:cNvPr>
          <p:cNvGrpSpPr/>
          <p:nvPr/>
        </p:nvGrpSpPr>
        <p:grpSpPr>
          <a:xfrm>
            <a:off x="5869710" y="1919200"/>
            <a:ext cx="6040581" cy="3225455"/>
            <a:chOff x="1866997" y="2754594"/>
            <a:chExt cx="8208181" cy="319604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>
              <a:lum contrast="20000"/>
            </a:blip>
            <a:stretch>
              <a:fillRect/>
            </a:stretch>
          </p:blipFill>
          <p:spPr>
            <a:xfrm>
              <a:off x="1866997" y="2799004"/>
              <a:ext cx="8208181" cy="3151633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DCA04B1-6012-4BD2-AF3B-3F30DD958D53}"/>
                </a:ext>
              </a:extLst>
            </p:cNvPr>
            <p:cNvSpPr txBox="1"/>
            <p:nvPr/>
          </p:nvSpPr>
          <p:spPr>
            <a:xfrm>
              <a:off x="7286288" y="2754594"/>
              <a:ext cx="1260529" cy="3655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C00000"/>
                  </a:solidFill>
                </a:rPr>
                <a:t>Table 28.1</a:t>
              </a:r>
              <a:endParaRPr lang="en-IN" sz="2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6857F8-CC9E-5543-B3AF-449353A279D8}"/>
              </a:ext>
            </a:extLst>
          </p:cNvPr>
          <p:cNvGrpSpPr/>
          <p:nvPr/>
        </p:nvGrpSpPr>
        <p:grpSpPr>
          <a:xfrm>
            <a:off x="451622" y="959509"/>
            <a:ext cx="5418088" cy="5356867"/>
            <a:chOff x="451622" y="959509"/>
            <a:chExt cx="5418088" cy="53568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471ED3F-C25E-DA42-94F6-781193D1B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622" y="959509"/>
              <a:ext cx="5418088" cy="535686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B22D07-1D06-2C4A-BC88-EE485EF05DBB}"/>
                </a:ext>
              </a:extLst>
            </p:cNvPr>
            <p:cNvSpPr txBox="1"/>
            <p:nvPr/>
          </p:nvSpPr>
          <p:spPr>
            <a:xfrm>
              <a:off x="1496098" y="1101751"/>
              <a:ext cx="70731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Diagram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A16BDC-F45F-EC4F-9DCD-203C1187A94A}"/>
                </a:ext>
              </a:extLst>
            </p:cNvPr>
            <p:cNvSpPr txBox="1"/>
            <p:nvPr/>
          </p:nvSpPr>
          <p:spPr>
            <a:xfrm>
              <a:off x="2329607" y="1047631"/>
              <a:ext cx="75052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Sphericity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2F78158-FBB2-1F43-9D17-0D03091F4AB6}"/>
                </a:ext>
              </a:extLst>
            </p:cNvPr>
            <p:cNvSpPr txBox="1"/>
            <p:nvPr/>
          </p:nvSpPr>
          <p:spPr>
            <a:xfrm>
              <a:off x="4090142" y="1101751"/>
              <a:ext cx="70731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Diagram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771CF40-3946-A246-AE56-E8C1A801772A}"/>
                </a:ext>
              </a:extLst>
            </p:cNvPr>
            <p:cNvSpPr txBox="1"/>
            <p:nvPr/>
          </p:nvSpPr>
          <p:spPr>
            <a:xfrm>
              <a:off x="4922277" y="1019923"/>
              <a:ext cx="75052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Sphericity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188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1DAC88E-7BDD-B741-B988-BF1E3C969F0C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562684" y="1147673"/>
                <a:ext cx="11629316" cy="4876800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In general, "diameters" may be specified for any equidimensional particle. </a:t>
                </a:r>
              </a:p>
              <a:p>
                <a:r>
                  <a:rPr lang="en-US" sz="2400" dirty="0"/>
                  <a:t>Particles that are not equidimensional, i.e., that are longer in one direction than in others, are often characterized by the </a:t>
                </a:r>
                <a:r>
                  <a:rPr lang="en-US" sz="2400" i="1" dirty="0"/>
                  <a:t>second </a:t>
                </a:r>
                <a:r>
                  <a:rPr lang="en-US" sz="2400" dirty="0"/>
                  <a:t>longest major dimension. </a:t>
                </a:r>
              </a:p>
              <a:p>
                <a:r>
                  <a:rPr lang="en-US" sz="2400" dirty="0"/>
                  <a:t>For needlelike particles, for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would refer to the thickness of the particles, not their length.</a:t>
                </a:r>
              </a:p>
              <a:p>
                <a:r>
                  <a:rPr lang="en-US" sz="2400" dirty="0"/>
                  <a:t>Coarse particles are measured in inches or millimeters</a:t>
                </a:r>
              </a:p>
              <a:p>
                <a:r>
                  <a:rPr lang="en-US" sz="2400" dirty="0"/>
                  <a:t>Fine particles in terms of screen size; very fine particles in micrometers or nanometers. </a:t>
                </a:r>
              </a:p>
              <a:p>
                <a:r>
                  <a:rPr lang="en-US" sz="2400" dirty="0"/>
                  <a:t>Ultrafine particles are sometimes described in terms of their surface area per unit mass, usually in square meters per gram.</a:t>
                </a:r>
                <a:endParaRPr lang="en-IN" sz="24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562684" y="1147673"/>
                <a:ext cx="11629316" cy="4876800"/>
              </a:xfrm>
              <a:blipFill>
                <a:blip r:embed="rId2"/>
                <a:stretch>
                  <a:fillRect l="-763" t="-1039" r="-4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Particle Size</a:t>
            </a:r>
          </a:p>
        </p:txBody>
      </p:sp>
    </p:spTree>
    <p:extLst>
      <p:ext uri="{BB962C8B-B14F-4D97-AF65-F5344CB8AC3E}">
        <p14:creationId xmlns:p14="http://schemas.microsoft.com/office/powerpoint/2010/main" val="2511361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8E161-3A4B-4977-9372-636CE8ADAC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7BF5711-DF92-1545-A02F-FD5D80E6D064}" type="datetime1">
              <a:rPr lang="en-IN" smtClean="0"/>
              <a:t>05-09-2022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BA095-515E-4AAF-981F-C17D1ABDEB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PROCESSES-II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0483B-4885-451E-BCFD-24881001E1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19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9EFA7A-472F-4FF8-9125-B9EACF6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Size Determination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29A1C-2BD7-47E9-A3D3-A5D37C404AF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Screening &gt; 50 µm</a:t>
            </a:r>
          </a:p>
          <a:p>
            <a:r>
              <a:rPr lang="en-US" dirty="0"/>
              <a:t>Sedimentation and elutriation &gt; 1 µm</a:t>
            </a:r>
          </a:p>
          <a:p>
            <a:r>
              <a:rPr lang="en-US" dirty="0"/>
              <a:t>Permeability method: 1 µm</a:t>
            </a:r>
          </a:p>
          <a:p>
            <a:r>
              <a:rPr lang="en-IN" dirty="0"/>
              <a:t>Instrumental Particle size analysers 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Electronic particle counter – Coulter Counter, Laser diffraction analysers, X-Ray or photo sedimentometers, dynamic light scattering techniques</a:t>
            </a:r>
          </a:p>
        </p:txBody>
      </p:sp>
    </p:spTree>
    <p:extLst>
      <p:ext uri="{BB962C8B-B14F-4D97-AF65-F5344CB8AC3E}">
        <p14:creationId xmlns:p14="http://schemas.microsoft.com/office/powerpoint/2010/main" val="218294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2A65-983A-4901-84E4-1DF54032E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192" y="1572494"/>
            <a:ext cx="11349608" cy="45259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Course Handout: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Chamber Consultation (Please write your doubts to </a:t>
            </a:r>
            <a:r>
              <a:rPr lang="en-US" sz="3600" dirty="0">
                <a:hlinkClick r:id="rId2"/>
              </a:rPr>
              <a:t>somak.chatterjee@pilani.bits-pilani.ac.in</a:t>
            </a:r>
            <a:r>
              <a:rPr lang="en-US" sz="3600" dirty="0"/>
              <a:t>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F6E93-58D6-4999-ADAD-944DBD0ADC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Course Handout and Chamber Consultation</a:t>
            </a:r>
          </a:p>
        </p:txBody>
      </p:sp>
    </p:spTree>
    <p:extLst>
      <p:ext uri="{BB962C8B-B14F-4D97-AF65-F5344CB8AC3E}">
        <p14:creationId xmlns:p14="http://schemas.microsoft.com/office/powerpoint/2010/main" val="22047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B60DBF-2453-4592-B561-2F374804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11179946" cy="4525963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Smith, J., </a:t>
            </a:r>
            <a:r>
              <a:rPr lang="en-US" sz="3200" dirty="0" err="1">
                <a:solidFill>
                  <a:srgbClr val="000000"/>
                </a:solidFill>
                <a:latin typeface="Arial" panose="020B0604020202020204" pitchFamily="34" charset="0"/>
              </a:rPr>
              <a:t>Harriott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, P., McCabe, W. (2005). Unit Operations of Chemical Engineering. Colombia: McGraw-Hill Education.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Swain, A. K., Patra, H., &amp; Roy, G. K. (2011). Mechanical operations. Tata McGraw Hill.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4EFE7-AC8A-4AAC-998D-7C6A10089D7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8351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1141</Words>
  <Application>Microsoft Office PowerPoint</Application>
  <PresentationFormat>Widescreen</PresentationFormat>
  <Paragraphs>190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 New Roman</vt:lpstr>
      <vt:lpstr>Wingdings</vt:lpstr>
      <vt:lpstr>BITS-Online</vt:lpstr>
      <vt:lpstr>Module 1:  Properties and Handling of Particulate Solids (Chapter 28) Lecture 1 </vt:lpstr>
      <vt:lpstr>Introduction</vt:lpstr>
      <vt:lpstr>Introduction </vt:lpstr>
      <vt:lpstr>Properties of Solids</vt:lpstr>
      <vt:lpstr>Particle Shapes</vt:lpstr>
      <vt:lpstr>Characterization Of Solid Particles</vt:lpstr>
      <vt:lpstr>Characterization Of Solid Particles</vt:lpstr>
      <vt:lpstr>Size (D_p) of an irregular particle</vt:lpstr>
      <vt:lpstr>Size (D_p) of an irregular particle</vt:lpstr>
      <vt:lpstr>Size (D_p) of an irregular particle                         cont..</vt:lpstr>
      <vt:lpstr>Size of granular materials</vt:lpstr>
      <vt:lpstr>Statistical Diameters</vt:lpstr>
      <vt:lpstr>Sizes of typical powder particles</vt:lpstr>
      <vt:lpstr>Particle Sphericity</vt:lpstr>
      <vt:lpstr>Particle Shape</vt:lpstr>
      <vt:lpstr>Particle Sphericity</vt:lpstr>
      <vt:lpstr>Particle Shape</vt:lpstr>
      <vt:lpstr>Particle Size</vt:lpstr>
      <vt:lpstr>Particle Size Determination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28   Properties and Handling of Particulate Solids</dc:title>
  <dc:creator>Bhanu Vardhan Reddy  K</dc:creator>
  <cp:lastModifiedBy>somak chatterjee</cp:lastModifiedBy>
  <cp:revision>48</cp:revision>
  <cp:lastPrinted>2021-08-25T10:32:04Z</cp:lastPrinted>
  <dcterms:created xsi:type="dcterms:W3CDTF">2020-08-19T16:41:20Z</dcterms:created>
  <dcterms:modified xsi:type="dcterms:W3CDTF">2022-09-05T07:18:32Z</dcterms:modified>
</cp:coreProperties>
</file>