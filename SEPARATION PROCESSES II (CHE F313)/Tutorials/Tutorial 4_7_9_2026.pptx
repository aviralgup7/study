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5"/>
  </p:notesMasterIdLst>
  <p:handoutMasterIdLst>
    <p:handoutMasterId r:id="rId6"/>
  </p:handoutMasterIdLst>
  <p:sldIdLst>
    <p:sldId id="257" r:id="rId2"/>
    <p:sldId id="394" r:id="rId3"/>
    <p:sldId id="395" r:id="rId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97" autoAdjust="0"/>
    <p:restoredTop sz="96973"/>
  </p:normalViewPr>
  <p:slideViewPr>
    <p:cSldViewPr snapToGrid="0">
      <p:cViewPr varScale="1">
        <p:scale>
          <a:sx n="72" d="100"/>
          <a:sy n="72" d="100"/>
        </p:scale>
        <p:origin x="66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Chatterjee" userId="e6d5a15b-8109-4a04-ba46-d7e9f6fc31a9" providerId="ADAL" clId="{6F4A04F0-8CE5-4AED-BA37-4F3B9EC4E075}"/>
    <pc:docChg chg="undo custSel modSld">
      <pc:chgData name="Somak Chatterjee" userId="e6d5a15b-8109-4a04-ba46-d7e9f6fc31a9" providerId="ADAL" clId="{6F4A04F0-8CE5-4AED-BA37-4F3B9EC4E075}" dt="2022-09-05T07:18:25.744" v="7" actId="20577"/>
      <pc:docMkLst>
        <pc:docMk/>
      </pc:docMkLst>
      <pc:sldChg chg="modSp mod">
        <pc:chgData name="Somak Chatterjee" userId="e6d5a15b-8109-4a04-ba46-d7e9f6fc31a9" providerId="ADAL" clId="{6F4A04F0-8CE5-4AED-BA37-4F3B9EC4E075}" dt="2022-09-05T07:18:25.744" v="7" actId="20577"/>
        <pc:sldMkLst>
          <pc:docMk/>
          <pc:sldMk cId="3817445897" sldId="257"/>
        </pc:sldMkLst>
        <pc:spChg chg="mod">
          <ac:chgData name="Somak Chatterjee" userId="e6d5a15b-8109-4a04-ba46-d7e9f6fc31a9" providerId="ADAL" clId="{6F4A04F0-8CE5-4AED-BA37-4F3B9EC4E075}" dt="2022-09-05T07:18:25.744" v="7" actId="20577"/>
          <ac:spMkLst>
            <pc:docMk/>
            <pc:sldMk cId="3817445897" sldId="257"/>
            <ac:spMk id="7" creationId="{00000000-0000-0000-0000-000000000000}"/>
          </ac:spMkLst>
        </pc:spChg>
      </pc:sldChg>
      <pc:sldChg chg="addSp delSp mod addAnim delAnim">
        <pc:chgData name="Somak Chatterjee" userId="e6d5a15b-8109-4a04-ba46-d7e9f6fc31a9" providerId="ADAL" clId="{6F4A04F0-8CE5-4AED-BA37-4F3B9EC4E075}" dt="2022-09-01T13:44:34.621" v="5" actId="478"/>
        <pc:sldMkLst>
          <pc:docMk/>
          <pc:sldMk cId="1744169035" sldId="384"/>
        </pc:sldMkLst>
        <pc:inkChg chg="del">
          <ac:chgData name="Somak Chatterjee" userId="e6d5a15b-8109-4a04-ba46-d7e9f6fc31a9" providerId="ADAL" clId="{6F4A04F0-8CE5-4AED-BA37-4F3B9EC4E075}" dt="2022-09-01T13:37:16.574" v="0" actId="478"/>
          <ac:inkMkLst>
            <pc:docMk/>
            <pc:sldMk cId="1744169035" sldId="384"/>
            <ac:inkMk id="8" creationId="{49592B14-FFEC-4EA9-96F6-C02D414429E0}"/>
          </ac:inkMkLst>
        </pc:inkChg>
        <pc:inkChg chg="del">
          <ac:chgData name="Somak Chatterjee" userId="e6d5a15b-8109-4a04-ba46-d7e9f6fc31a9" providerId="ADAL" clId="{6F4A04F0-8CE5-4AED-BA37-4F3B9EC4E075}" dt="2022-09-01T13:37:19.167" v="1" actId="478"/>
          <ac:inkMkLst>
            <pc:docMk/>
            <pc:sldMk cId="1744169035" sldId="384"/>
            <ac:inkMk id="9" creationId="{C3F57E84-4A74-499E-9629-E014B36EB5F6}"/>
          </ac:inkMkLst>
        </pc:inkChg>
        <pc:inkChg chg="del">
          <ac:chgData name="Somak Chatterjee" userId="e6d5a15b-8109-4a04-ba46-d7e9f6fc31a9" providerId="ADAL" clId="{6F4A04F0-8CE5-4AED-BA37-4F3B9EC4E075}" dt="2022-09-01T13:37:21.708" v="2" actId="478"/>
          <ac:inkMkLst>
            <pc:docMk/>
            <pc:sldMk cId="1744169035" sldId="384"/>
            <ac:inkMk id="10" creationId="{D50375E3-3842-4723-8E3F-6F7DBB603135}"/>
          </ac:inkMkLst>
        </pc:inkChg>
        <pc:inkChg chg="add del">
          <ac:chgData name="Somak Chatterjee" userId="e6d5a15b-8109-4a04-ba46-d7e9f6fc31a9" providerId="ADAL" clId="{6F4A04F0-8CE5-4AED-BA37-4F3B9EC4E075}" dt="2022-09-01T13:44:34.621" v="5" actId="478"/>
          <ac:inkMkLst>
            <pc:docMk/>
            <pc:sldMk cId="1744169035" sldId="384"/>
            <ac:inkMk id="11" creationId="{FF45BF50-5466-4279-A381-BC3E9B105A3F}"/>
          </ac:inkMkLst>
        </pc:inkChg>
      </pc:sldChg>
    </pc:docChg>
  </pc:docChgLst>
  <pc:docChgLst>
    <pc:chgData name="Somak Chatterjee" userId="e6d5a15b-8109-4a04-ba46-d7e9f6fc31a9" providerId="ADAL" clId="{775924A9-0008-41C0-BAE3-8A473067B4A7}"/>
    <pc:docChg chg="undo redo custSel addSld delSld modSld sldOrd">
      <pc:chgData name="Somak Chatterjee" userId="e6d5a15b-8109-4a04-ba46-d7e9f6fc31a9" providerId="ADAL" clId="{775924A9-0008-41C0-BAE3-8A473067B4A7}" dt="2022-08-22T15:08:34.535" v="559"/>
      <pc:docMkLst>
        <pc:docMk/>
      </pc:docMkLst>
      <pc:sldChg chg="addSp delSp modSp mod">
        <pc:chgData name="Somak Chatterjee" userId="e6d5a15b-8109-4a04-ba46-d7e9f6fc31a9" providerId="ADAL" clId="{775924A9-0008-41C0-BAE3-8A473067B4A7}" dt="2022-08-22T14:52:24.632" v="533" actId="1076"/>
        <pc:sldMkLst>
          <pc:docMk/>
          <pc:sldMk cId="3817445897" sldId="257"/>
        </pc:sldMkLst>
        <pc:spChg chg="add del mod">
          <ac:chgData name="Somak Chatterjee" userId="e6d5a15b-8109-4a04-ba46-d7e9f6fc31a9" providerId="ADAL" clId="{775924A9-0008-41C0-BAE3-8A473067B4A7}" dt="2022-08-22T14:52:24.632" v="533" actId="1076"/>
          <ac:spMkLst>
            <pc:docMk/>
            <pc:sldMk cId="3817445897" sldId="257"/>
            <ac:spMk id="2" creationId="{00000000-0000-0000-0000-000000000000}"/>
          </ac:spMkLst>
        </pc:spChg>
        <pc:spChg chg="mod">
          <ac:chgData name="Somak Chatterjee" userId="e6d5a15b-8109-4a04-ba46-d7e9f6fc31a9" providerId="ADAL" clId="{775924A9-0008-41C0-BAE3-8A473067B4A7}" dt="2022-08-22T14:52:00.973" v="526" actId="20577"/>
          <ac:spMkLst>
            <pc:docMk/>
            <pc:sldMk cId="3817445897" sldId="257"/>
            <ac:spMk id="7" creationId="{00000000-0000-0000-0000-000000000000}"/>
          </ac:spMkLst>
        </pc:spChg>
      </pc:sldChg>
      <pc:sldChg chg="modSp add modAnim">
        <pc:chgData name="Somak Chatterjee" userId="e6d5a15b-8109-4a04-ba46-d7e9f6fc31a9" providerId="ADAL" clId="{775924A9-0008-41C0-BAE3-8A473067B4A7}" dt="2022-08-22T15:08:34.535" v="559"/>
        <pc:sldMkLst>
          <pc:docMk/>
          <pc:sldMk cId="683512075" sldId="300"/>
        </pc:sldMkLst>
        <pc:spChg chg="mod">
          <ac:chgData name="Somak Chatterjee" userId="e6d5a15b-8109-4a04-ba46-d7e9f6fc31a9" providerId="ADAL" clId="{775924A9-0008-41C0-BAE3-8A473067B4A7}" dt="2022-08-22T15:08:34.535" v="559"/>
          <ac:spMkLst>
            <pc:docMk/>
            <pc:sldMk cId="683512075" sldId="300"/>
            <ac:spMk id="2" creationId="{1DB60DBF-2453-4592-B561-2F3748042A34}"/>
          </ac:spMkLst>
        </pc:spChg>
      </pc:sldChg>
      <pc:sldChg chg="modSp add mod modAnim">
        <pc:chgData name="Somak Chatterjee" userId="e6d5a15b-8109-4a04-ba46-d7e9f6fc31a9" providerId="ADAL" clId="{775924A9-0008-41C0-BAE3-8A473067B4A7}" dt="2022-08-22T15:05:01.107" v="549" actId="1076"/>
        <pc:sldMkLst>
          <pc:docMk/>
          <pc:sldMk cId="2204746153" sldId="301"/>
        </pc:sldMkLst>
        <pc:spChg chg="mod">
          <ac:chgData name="Somak Chatterjee" userId="e6d5a15b-8109-4a04-ba46-d7e9f6fc31a9" providerId="ADAL" clId="{775924A9-0008-41C0-BAE3-8A473067B4A7}" dt="2022-08-22T15:05:01.107" v="549" actId="1076"/>
          <ac:spMkLst>
            <pc:docMk/>
            <pc:sldMk cId="2204746153" sldId="301"/>
            <ac:spMk id="3" creationId="{4F612A65-983A-4901-84E4-1DF54032E497}"/>
          </ac:spMkLst>
        </pc:spChg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265018317" sldId="324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595325329" sldId="32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689835385" sldId="326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036283774" sldId="32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918756467" sldId="32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131978479" sldId="32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725804368" sldId="33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694050285" sldId="33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452026381" sldId="332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423441239" sldId="333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014893493" sldId="334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4002526709" sldId="33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510079035" sldId="336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817131428" sldId="33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642400728" sldId="33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4077580435" sldId="33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904937482" sldId="34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12934682" sldId="34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968742673" sldId="342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764394357" sldId="343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257274480" sldId="344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029049631" sldId="34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215155620" sldId="346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081930813" sldId="34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776056354" sldId="34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217877105" sldId="34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444111218" sldId="35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304792696" sldId="35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538566975" sldId="352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604335556" sldId="353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288391494" sldId="354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570454223" sldId="35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252568856" sldId="356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551196944" sldId="35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407843393" sldId="35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077862164" sldId="35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647249918" sldId="36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231924244" sldId="36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694873220" sldId="362"/>
        </pc:sldMkLst>
      </pc:sldChg>
      <pc:sldChg chg="modSp">
        <pc:chgData name="Somak Chatterjee" userId="e6d5a15b-8109-4a04-ba46-d7e9f6fc31a9" providerId="ADAL" clId="{775924A9-0008-41C0-BAE3-8A473067B4A7}" dt="2022-08-22T14:55:56.490" v="534" actId="313"/>
        <pc:sldMkLst>
          <pc:docMk/>
          <pc:sldMk cId="2182941564" sldId="377"/>
        </pc:sldMkLst>
        <pc:spChg chg="mod">
          <ac:chgData name="Somak Chatterjee" userId="e6d5a15b-8109-4a04-ba46-d7e9f6fc31a9" providerId="ADAL" clId="{775924A9-0008-41C0-BAE3-8A473067B4A7}" dt="2022-08-22T14:55:56.490" v="534" actId="313"/>
          <ac:spMkLst>
            <pc:docMk/>
            <pc:sldMk cId="2182941564" sldId="377"/>
            <ac:spMk id="6" creationId="{3D329A1C-2BD7-47E9-A3D3-A5D37C404AF4}"/>
          </ac:spMkLst>
        </pc:spChg>
      </pc:sldChg>
      <pc:sldChg chg="del">
        <pc:chgData name="Somak Chatterjee" userId="e6d5a15b-8109-4a04-ba46-d7e9f6fc31a9" providerId="ADAL" clId="{775924A9-0008-41C0-BAE3-8A473067B4A7}" dt="2022-08-22T14:57:52.986" v="535" actId="2696"/>
        <pc:sldMkLst>
          <pc:docMk/>
          <pc:sldMk cId="1719342529" sldId="378"/>
        </pc:sldMkLst>
      </pc:sldChg>
      <pc:sldChg chg="del">
        <pc:chgData name="Somak Chatterjee" userId="e6d5a15b-8109-4a04-ba46-d7e9f6fc31a9" providerId="ADAL" clId="{775924A9-0008-41C0-BAE3-8A473067B4A7}" dt="2022-08-22T14:57:52.986" v="535" actId="2696"/>
        <pc:sldMkLst>
          <pc:docMk/>
          <pc:sldMk cId="2223502012" sldId="379"/>
        </pc:sldMkLst>
      </pc:sldChg>
      <pc:sldChg chg="del">
        <pc:chgData name="Somak Chatterjee" userId="e6d5a15b-8109-4a04-ba46-d7e9f6fc31a9" providerId="ADAL" clId="{775924A9-0008-41C0-BAE3-8A473067B4A7}" dt="2022-08-22T14:57:52.986" v="535" actId="2696"/>
        <pc:sldMkLst>
          <pc:docMk/>
          <pc:sldMk cId="3839385389" sldId="38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550302832" sldId="381"/>
        </pc:sldMkLst>
      </pc:sldChg>
      <pc:sldChg chg="del">
        <pc:chgData name="Somak Chatterjee" userId="e6d5a15b-8109-4a04-ba46-d7e9f6fc31a9" providerId="ADAL" clId="{775924A9-0008-41C0-BAE3-8A473067B4A7}" dt="2022-08-22T14:57:52.986" v="535" actId="2696"/>
        <pc:sldMkLst>
          <pc:docMk/>
          <pc:sldMk cId="1087374479" sldId="383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951699753" sldId="38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656469444" sldId="38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757532978" sldId="38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51950550" sldId="38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757300492" sldId="39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4255029374" sldId="39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967173033" sldId="392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164373773" sldId="393"/>
        </pc:sldMkLst>
      </pc:sldChg>
      <pc:sldChg chg="new del">
        <pc:chgData name="Somak Chatterjee" userId="e6d5a15b-8109-4a04-ba46-d7e9f6fc31a9" providerId="ADAL" clId="{775924A9-0008-41C0-BAE3-8A473067B4A7}" dt="2022-08-22T14:37:19.884" v="71" actId="680"/>
        <pc:sldMkLst>
          <pc:docMk/>
          <pc:sldMk cId="1224320112" sldId="394"/>
        </pc:sldMkLst>
      </pc:sldChg>
      <pc:sldChg chg="del">
        <pc:chgData name="Somak Chatterjee" userId="e6d5a15b-8109-4a04-ba46-d7e9f6fc31a9" providerId="ADAL" clId="{775924A9-0008-41C0-BAE3-8A473067B4A7}" dt="2022-08-22T14:25:08.072" v="69" actId="47"/>
        <pc:sldMkLst>
          <pc:docMk/>
          <pc:sldMk cId="1407205546" sldId="394"/>
        </pc:sldMkLst>
      </pc:sldChg>
      <pc:sldChg chg="addSp delSp modSp new mod ord">
        <pc:chgData name="Somak Chatterjee" userId="e6d5a15b-8109-4a04-ba46-d7e9f6fc31a9" providerId="ADAL" clId="{775924A9-0008-41C0-BAE3-8A473067B4A7}" dt="2022-08-22T14:50:51.476" v="500" actId="207"/>
        <pc:sldMkLst>
          <pc:docMk/>
          <pc:sldMk cId="1913488921" sldId="394"/>
        </pc:sldMkLst>
        <pc:spChg chg="mod">
          <ac:chgData name="Somak Chatterjee" userId="e6d5a15b-8109-4a04-ba46-d7e9f6fc31a9" providerId="ADAL" clId="{775924A9-0008-41C0-BAE3-8A473067B4A7}" dt="2022-08-22T14:50:19.429" v="491" actId="20577"/>
          <ac:spMkLst>
            <pc:docMk/>
            <pc:sldMk cId="1913488921" sldId="394"/>
            <ac:spMk id="5" creationId="{C60F12B8-6948-6ECA-DCC9-F32050EEC87C}"/>
          </ac:spMkLst>
        </pc:spChg>
        <pc:spChg chg="del">
          <ac:chgData name="Somak Chatterjee" userId="e6d5a15b-8109-4a04-ba46-d7e9f6fc31a9" providerId="ADAL" clId="{775924A9-0008-41C0-BAE3-8A473067B4A7}" dt="2022-08-22T14:37:42.243" v="111" actId="478"/>
          <ac:spMkLst>
            <pc:docMk/>
            <pc:sldMk cId="1913488921" sldId="394"/>
            <ac:spMk id="6" creationId="{09066459-78C2-5FCF-E50C-A7DD145D9448}"/>
          </ac:spMkLst>
        </pc:spChg>
        <pc:spChg chg="add mod">
          <ac:chgData name="Somak Chatterjee" userId="e6d5a15b-8109-4a04-ba46-d7e9f6fc31a9" providerId="ADAL" clId="{775924A9-0008-41C0-BAE3-8A473067B4A7}" dt="2022-08-22T14:46:32.623" v="472" actId="207"/>
          <ac:spMkLst>
            <pc:docMk/>
            <pc:sldMk cId="1913488921" sldId="394"/>
            <ac:spMk id="8" creationId="{3CF60B1C-83EE-FCC0-4877-78B9E4144E9B}"/>
          </ac:spMkLst>
        </pc:spChg>
        <pc:spChg chg="add mod">
          <ac:chgData name="Somak Chatterjee" userId="e6d5a15b-8109-4a04-ba46-d7e9f6fc31a9" providerId="ADAL" clId="{775924A9-0008-41C0-BAE3-8A473067B4A7}" dt="2022-08-22T14:50:51.476" v="500" actId="207"/>
          <ac:spMkLst>
            <pc:docMk/>
            <pc:sldMk cId="1913488921" sldId="394"/>
            <ac:spMk id="10" creationId="{699E4F7E-E0C1-A730-AA3E-1AEC614E36D7}"/>
          </ac:spMkLst>
        </pc:spChg>
        <pc:graphicFrameChg chg="add mod modGraphic">
          <ac:chgData name="Somak Chatterjee" userId="e6d5a15b-8109-4a04-ba46-d7e9f6fc31a9" providerId="ADAL" clId="{775924A9-0008-41C0-BAE3-8A473067B4A7}" dt="2022-08-22T14:50:27.946" v="494"/>
          <ac:graphicFrameMkLst>
            <pc:docMk/>
            <pc:sldMk cId="1913488921" sldId="394"/>
            <ac:graphicFrameMk id="7" creationId="{64EDCAA7-7B28-6F37-DBBD-3E3704F8B1D3}"/>
          </ac:graphicFrameMkLst>
        </pc:graphicFrameChg>
      </pc:sldChg>
      <pc:sldChg chg="modSp new del mod">
        <pc:chgData name="Somak Chatterjee" userId="e6d5a15b-8109-4a04-ba46-d7e9f6fc31a9" providerId="ADAL" clId="{775924A9-0008-41C0-BAE3-8A473067B4A7}" dt="2022-08-22T15:04:48.327" v="545" actId="47"/>
        <pc:sldMkLst>
          <pc:docMk/>
          <pc:sldMk cId="4170394408" sldId="395"/>
        </pc:sldMkLst>
        <pc:spChg chg="mod">
          <ac:chgData name="Somak Chatterjee" userId="e6d5a15b-8109-4a04-ba46-d7e9f6fc31a9" providerId="ADAL" clId="{775924A9-0008-41C0-BAE3-8A473067B4A7}" dt="2022-08-22T15:04:04.581" v="544" actId="20577"/>
          <ac:spMkLst>
            <pc:docMk/>
            <pc:sldMk cId="4170394408" sldId="395"/>
            <ac:spMk id="5" creationId="{B35EC19F-B647-96CF-F67E-A0EC2223A9C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0E1C0-348C-40D3-BEEA-3D2CC97E46E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B26E0-1484-46A8-B7A9-B238AB04D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929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43F6E76-D32A-4F60-9992-87F5028D701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4B2998F-6834-4E04-A5E3-C7F868389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62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 anchorCtr="0"/>
          <a:lstStyle/>
          <a:p>
            <a:pPr algn="l"/>
            <a:endParaRPr lang="en-US" sz="1600" b="1" dirty="0">
              <a:latin typeface="+mn-lt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4" name="Rectangle 23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-101600" y="52578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5666603"/>
            <a:ext cx="2743200" cy="30777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4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4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4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GB" altLang="en-GB" dirty="0"/>
              <a:t>Presentation Title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21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54745" y="5206978"/>
            <a:ext cx="8026400" cy="700756"/>
          </a:xfrm>
        </p:spPr>
        <p:txBody>
          <a:bodyPr numCol="1" anchor="b" anchorCtr="0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altLang="en-GB" dirty="0"/>
              <a:t>Presenter Name</a:t>
            </a:r>
          </a:p>
          <a:p>
            <a:pPr lvl="0"/>
            <a:endParaRPr lang="en-GB" altLang="en-GB" dirty="0"/>
          </a:p>
          <a:p>
            <a:pPr lvl="0"/>
            <a:r>
              <a:rPr lang="en-GB" altLang="en-GB" dirty="0"/>
              <a:t>Date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4745" y="3429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altLang="en-GB" dirty="0"/>
              <a:t>Presentation title</a:t>
            </a:r>
            <a:endParaRPr lang="en-US" dirty="0"/>
          </a:p>
        </p:txBody>
      </p:sp>
      <p:pic>
        <p:nvPicPr>
          <p:cNvPr id="13" name="Picture 12" descr="BITS_university_logo_whitevert.png"/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91344" y="3225301"/>
            <a:ext cx="2160000" cy="21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28" y="5293668"/>
            <a:ext cx="2456855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1" spc="-113" dirty="0">
                <a:solidFill>
                  <a:schemeClr val="bg1"/>
                </a:solidFill>
                <a:latin typeface="+mn-lt"/>
                <a:cs typeface="Arial"/>
              </a:rPr>
              <a:t>BITS</a:t>
            </a:r>
            <a:r>
              <a:rPr lang="en-US" sz="2400" spc="-113" dirty="0">
                <a:solidFill>
                  <a:schemeClr val="bg1"/>
                </a:solidFill>
                <a:latin typeface="+mn-lt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200" y="5684844"/>
            <a:ext cx="2160000" cy="33855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6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6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6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499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4282182"/>
            <a:ext cx="12192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6" name="Rectangle 15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8" name="Rectangle 1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2" name="TextBox 11"/>
          <p:cNvSpPr txBox="1"/>
          <p:nvPr/>
        </p:nvSpPr>
        <p:spPr>
          <a:xfrm>
            <a:off x="9144000" y="7620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1170804"/>
            <a:ext cx="2540000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2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2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67" y="4586984"/>
            <a:ext cx="109728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29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F172412A-BF9E-1341-800D-43E6B7E6A723}" type="datetime1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9012435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ABC1C0-E399-4727-BAFC-A3C9C317453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4513" y="1141413"/>
            <a:ext cx="10914062" cy="472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779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6C7DB351-D004-7446-9B12-2634F113B95A}" type="datetime1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BED1AA-28D0-45FC-8FFA-4C86EED6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835" y="0"/>
            <a:ext cx="12096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19CF1CA0-8F92-3841-8610-46C3DDD7B25C}" type="datetime1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8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16796F33-15D2-1F4C-8196-C8B611DF470A}" type="datetime1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5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AED2486C-377B-BF47-A7E7-D4981AE3FD2F}" type="datetime1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4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844800" y="6287776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CF53E09-8A2F-E944-B6C3-C2A1149B851E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06400" y="1125898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>
          <a:xfrm>
            <a:off x="6367200" y="1137930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06400" y="1"/>
            <a:ext cx="10972800" cy="845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04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4"/>
            <a:ext cx="5386917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2"/>
            <a:ext cx="5389033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362204"/>
            <a:ext cx="5389033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844800" y="6338420"/>
            <a:ext cx="93472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4FA8277-0608-FA40-B974-3A66111E48E5}" type="datetime1">
              <a:rPr lang="en-IN" smtClean="0"/>
              <a:t>07-09-2026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" y="9943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3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722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25CEF6A-3E53-0441-B1EE-8F020125504A}" type="datetime1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-1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97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5"/>
            <a:ext cx="6815667" cy="4525963"/>
          </a:xfrm>
        </p:spPr>
        <p:txBody>
          <a:bodyPr numCol="1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600205"/>
            <a:ext cx="4011084" cy="4525963"/>
          </a:xfrm>
        </p:spPr>
        <p:txBody>
          <a:bodyPr numCol="1"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838201"/>
            <a:ext cx="93472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844800" y="6248401"/>
            <a:ext cx="93472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858799F-5ED6-DA49-BA68-34FAB439EEE9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374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numCol="1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 numCol="1">
            <a:normAutofit/>
          </a:bodyPr>
          <a:lstStyle>
            <a:lvl1pPr marL="0" indent="0"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0" y="913669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88080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E803B6F-F22A-3D40-AD3D-599AEF1712B2}" type="datetime1">
              <a:rPr lang="en-IN" smtClean="0"/>
              <a:t>07-09-2026</a:t>
            </a:fld>
            <a:endParaRPr lang="en-I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03200" y="86276"/>
            <a:ext cx="8636003" cy="704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635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95401"/>
            <a:ext cx="10972800" cy="4639857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0" y="1077226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839452" y="6242465"/>
            <a:ext cx="93472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7513"/>
            <a:ext cx="10972800" cy="9723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D375-E187-DD4F-8176-B0082F6E79BC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164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5"/>
            <a:ext cx="8026400" cy="5851525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8191500" y="2552700"/>
            <a:ext cx="5867400" cy="1524000"/>
          </a:xfrm>
        </p:spPr>
        <p:txBody>
          <a:bodyPr numCol="1"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/>
        </p:nvGrpSpPr>
        <p:grpSpPr>
          <a:xfrm rot="5400000">
            <a:off x="7538720" y="2560325"/>
            <a:ext cx="5181600" cy="6095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646085" y="1015801"/>
            <a:ext cx="2193193" cy="9235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5400000">
            <a:off x="-2748004" y="3826195"/>
            <a:ext cx="5867400" cy="19620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sz="67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7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2097413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27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560000" cy="864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1"/>
            <a:ext cx="109728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D6F3E05F-A923-D84A-8D05-D2D36B13966B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400" b="1">
                <a:solidFill>
                  <a:srgbClr val="00206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18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</p:sldLayoutIdLst>
  <p:hf hdr="0"/>
  <p:txStyles>
    <p:titleStyle>
      <a:lvl1pPr algn="l" defTabSz="685783" rtl="0" eaLnBrk="1" latinLnBrk="0" hangingPunct="1">
        <a:spcBef>
          <a:spcPct val="0"/>
        </a:spcBef>
        <a:buNone/>
        <a:defRPr sz="3600" b="1" kern="1200" spc="-113">
          <a:solidFill>
            <a:srgbClr val="002060"/>
          </a:solidFill>
          <a:latin typeface="+mj-lt"/>
          <a:ea typeface="+mj-ea"/>
          <a:cs typeface="Arial" pitchFamily="34" charset="0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57199" indent="-214308" algn="l" defTabSz="68578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57228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00120" indent="-171446" algn="l" defTabSz="685783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142837" y="3509818"/>
            <a:ext cx="9301018" cy="1946974"/>
          </a:xfrm>
        </p:spPr>
        <p:txBody>
          <a:bodyPr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Tutorial 4 </a:t>
            </a:r>
            <a:b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Process II (CHE F313)</a:t>
            </a:r>
            <a:r>
              <a:rPr lang="en-US" sz="4000" dirty="0"/>
              <a:t/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347200" y="6356350"/>
            <a:ext cx="2844800" cy="365125"/>
          </a:xfrm>
        </p:spPr>
        <p:txBody>
          <a:bodyPr/>
          <a:lstStyle/>
          <a:p>
            <a:fld id="{957D5EAD-A97B-4969-AF6A-47A86C2666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44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41EE26-12C5-7064-5706-B4FE8965D5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172412A-BF9E-1341-800D-43E6B7E6A723}" type="datetime1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D92571-D921-A2AD-5D6F-A8876A739D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3B807-7CE8-5415-40CE-D10A6C3630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0F12B8-6948-6ECA-DCC9-F32050EEC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1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43999" y="1114625"/>
            <a:ext cx="1097937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A certain crusher accepts the feed rock having a volume-surface mean diameter of 20 mm and discharges a product having a volume-surface mean diameter of 5 mm. The power required to crush 1200 kg/</a:t>
            </a:r>
            <a:r>
              <a:rPr lang="en-US" sz="2400" dirty="0" err="1"/>
              <a:t>hr</a:t>
            </a:r>
            <a:r>
              <a:rPr lang="en-US" sz="2400" dirty="0"/>
              <a:t> of material is 9.5 kW. What would be the power consumption if the capacity is reduced to 100 kg/</a:t>
            </a:r>
            <a:r>
              <a:rPr lang="en-US" sz="2400" dirty="0" err="1"/>
              <a:t>hr</a:t>
            </a:r>
            <a:r>
              <a:rPr lang="en-US" sz="2400" dirty="0"/>
              <a:t> and the product size to 4 mm? Assume mechanical efficiency to be same in both the cases.</a:t>
            </a:r>
          </a:p>
        </p:txBody>
      </p:sp>
    </p:spTree>
    <p:extLst>
      <p:ext uri="{BB962C8B-B14F-4D97-AF65-F5344CB8AC3E}">
        <p14:creationId xmlns:p14="http://schemas.microsoft.com/office/powerpoint/2010/main" val="191348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172412A-BF9E-1341-800D-43E6B7E6A723}" type="datetime1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3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2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11661"/>
            <a:ext cx="8127999" cy="98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0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TS-Onlin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09D214E-960E-4D68-B7CB-6AB012D71534}" vid="{1D5525B8-28E5-4723-AE4D-CCF0534A7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90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BITS-Online</vt:lpstr>
      <vt:lpstr>Tutorial 4  Separation Process II (CHE F313) </vt:lpstr>
      <vt:lpstr>Problem 1</vt:lpstr>
      <vt:lpstr>Problem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28   Properties and Handling of Particulate Solids</dc:title>
  <dc:creator>Bhanu Vardhan Reddy  K</dc:creator>
  <cp:lastModifiedBy>DELL</cp:lastModifiedBy>
  <cp:revision>71</cp:revision>
  <cp:lastPrinted>2021-08-25T10:32:04Z</cp:lastPrinted>
  <dcterms:created xsi:type="dcterms:W3CDTF">2020-08-19T16:41:20Z</dcterms:created>
  <dcterms:modified xsi:type="dcterms:W3CDTF">2026-09-07T11:07:11Z</dcterms:modified>
</cp:coreProperties>
</file>